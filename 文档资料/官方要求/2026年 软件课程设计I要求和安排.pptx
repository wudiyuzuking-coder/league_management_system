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28"/>
  </p:handoutMasterIdLst>
  <p:sldIdLst>
    <p:sldId id="256" r:id="rId3"/>
    <p:sldId id="257" r:id="rId4"/>
    <p:sldId id="258" r:id="rId5"/>
    <p:sldId id="264" r:id="rId7"/>
    <p:sldId id="265" r:id="rId8"/>
    <p:sldId id="268" r:id="rId9"/>
    <p:sldId id="266" r:id="rId10"/>
    <p:sldId id="259" r:id="rId11"/>
    <p:sldId id="263" r:id="rId12"/>
    <p:sldId id="270" r:id="rId13"/>
    <p:sldId id="269" r:id="rId14"/>
    <p:sldId id="271" r:id="rId15"/>
    <p:sldId id="272" r:id="rId16"/>
    <p:sldId id="273" r:id="rId17"/>
    <p:sldId id="274" r:id="rId18"/>
    <p:sldId id="275" r:id="rId19"/>
    <p:sldId id="276" r:id="rId20"/>
    <p:sldId id="277" r:id="rId21"/>
    <p:sldId id="278" r:id="rId22"/>
    <p:sldId id="280" r:id="rId23"/>
    <p:sldId id="279" r:id="rId24"/>
    <p:sldId id="281" r:id="rId25"/>
    <p:sldId id="282" r:id="rId26"/>
    <p:sldId id="283" r:id="rId27"/>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3858"/>
  </p:normalViewPr>
  <p:slideViewPr>
    <p:cSldViewPr showGuides="1">
      <p:cViewPr varScale="1">
        <p:scale>
          <a:sx n="130" d="100"/>
          <a:sy n="130" d="100"/>
        </p:scale>
        <p:origin x="3270" y="84"/>
      </p:cViewPr>
      <p:guideLst>
        <p:guide orient="horz" pos="2160"/>
        <p:guide pos="2880"/>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D8F48444-0E1A-4583-9478-DF08B6E7FBBE}"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p>
            <a:pPr lvl="0" algn="r">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4210" name="页眉占位符 94209"/>
          <p:cNvSpPr>
            <a:spLocks noGrp="1"/>
          </p:cNvSpPr>
          <p:nvPr>
            <p:ph type="hdr" sz="quarter"/>
          </p:nvPr>
        </p:nvSpPr>
        <p:spPr>
          <a:xfrm>
            <a:off x="0" y="0"/>
            <a:ext cx="2971800" cy="457200"/>
          </a:xfrm>
          <a:prstGeom prst="rect">
            <a:avLst/>
          </a:prstGeom>
          <a:noFill/>
          <a:ln w="9525">
            <a:noFill/>
          </a:ln>
        </p:spPr>
        <p:txBody>
          <a:bodyPr/>
          <a:lstStyle>
            <a:lvl1pPr>
              <a:buFont typeface="Arial" panose="020B0604020202020204" pitchFamily="34" charset="0"/>
              <a:buNone/>
              <a:defRPr sz="1200" noProof="1">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4211" name="日期占位符 94210"/>
          <p:cNvSpPr>
            <a:spLocks noGrp="1"/>
          </p:cNvSpPr>
          <p:nvPr>
            <p:ph type="dt" idx="1"/>
          </p:nvPr>
        </p:nvSpPr>
        <p:spPr>
          <a:xfrm>
            <a:off x="3884613" y="0"/>
            <a:ext cx="2971800" cy="457200"/>
          </a:xfrm>
          <a:prstGeom prst="rect">
            <a:avLst/>
          </a:prstGeom>
          <a:noFill/>
          <a:ln w="9525">
            <a:noFill/>
          </a:ln>
        </p:spPr>
        <p:txBody>
          <a:bodyPr/>
          <a:lstStyle>
            <a:lvl1pPr algn="r">
              <a:buFont typeface="Arial" panose="020B0604020202020204" pitchFamily="34" charset="0"/>
              <a:buNone/>
              <a:defRPr sz="1200" noProof="1">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6" name="幻灯片图像占位符 94211"/>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文本占位符 94212"/>
          <p:cNvSpPr>
            <a:spLocks noGrp="1" noChangeArrowheads="1"/>
          </p:cNvSpPr>
          <p:nvPr>
            <p:ph type="body" sz="quarter" idx="4294967295"/>
          </p:nvPr>
        </p:nvSpPr>
        <p:spPr bwMode="auto">
          <a:xfrm>
            <a:off x="685800" y="4343400"/>
            <a:ext cx="5486400" cy="4114800"/>
          </a:xfrm>
          <a:prstGeom prst="rect">
            <a:avLst/>
          </a:prstGeom>
          <a:no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endParaRPr>
          </a:p>
        </p:txBody>
      </p:sp>
      <p:sp>
        <p:nvSpPr>
          <p:cNvPr id="94214" name="页脚占位符 94213"/>
          <p:cNvSpPr>
            <a:spLocks noGrp="1"/>
          </p:cNvSpPr>
          <p:nvPr>
            <p:ph type="ftr" sz="quarter" idx="4"/>
          </p:nvPr>
        </p:nvSpPr>
        <p:spPr>
          <a:xfrm>
            <a:off x="0" y="8685213"/>
            <a:ext cx="2971800" cy="457200"/>
          </a:xfrm>
          <a:prstGeom prst="rect">
            <a:avLst/>
          </a:prstGeom>
          <a:noFill/>
          <a:ln w="9525">
            <a:noFill/>
          </a:ln>
        </p:spPr>
        <p:txBody>
          <a:bodyPr anchor="b"/>
          <a:lstStyle>
            <a:lvl1pPr>
              <a:buFont typeface="Arial" panose="020B0604020202020204" pitchFamily="34" charset="0"/>
              <a:buNone/>
              <a:defRPr sz="1200" noProof="1">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4215" name="灯片编号占位符 94214"/>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p>
            <a:pPr lvl="0" algn="r">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幻灯片图像占位符 1"/>
          <p:cNvSpPr>
            <a:spLocks noGrp="1" noRot="1" noChangeAspect="1" noTextEdit="1"/>
          </p:cNvSpPr>
          <p:nvPr>
            <p:ph type="sldImg"/>
          </p:nvPr>
        </p:nvSpPr>
        <p:spPr/>
      </p:sp>
      <p:sp>
        <p:nvSpPr>
          <p:cNvPr id="18435" name="备注占位符 2"/>
          <p:cNvSpPr>
            <a:spLocks noGrp="1"/>
          </p:cNvSpPr>
          <p:nvPr>
            <p:ph type="body" idx="1"/>
          </p:nvPr>
        </p:nvSpPr>
        <p:spPr/>
        <p:txBody>
          <a:bodyPr wrap="square" lIns="91440" tIns="45720" rIns="91440" bIns="45720" anchor="t" anchorCtr="0"/>
          <a:p>
            <a:pPr lvl="0"/>
            <a:endParaRPr lang="zh-CN" altLang="en-US" dirty="0"/>
          </a:p>
        </p:txBody>
      </p:sp>
      <p:sp>
        <p:nvSpPr>
          <p:cNvPr id="184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idx="1"/>
          </p:nvPr>
        </p:nvSpPr>
        <p:spPr/>
        <p:txBody>
          <a:bodyPr wrap="square" lIns="91440" tIns="45720" rIns="91440" bIns="45720" anchor="t" anchorCtr="0"/>
          <a:p>
            <a:pPr lvl="0" eaLnBrk="1" hangingPunct="1"/>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idx="1"/>
          </p:nvPr>
        </p:nvSpPr>
        <p:spPr/>
        <p:txBody>
          <a:bodyPr wrap="square" lIns="91440" tIns="45720" rIns="91440" bIns="45720" anchor="t" anchorCtr="0"/>
          <a:p>
            <a:pPr lvl="0"/>
            <a:endParaRPr lang="zh-CN" altLang="en-US" dirty="0"/>
          </a:p>
        </p:txBody>
      </p:sp>
      <p:sp>
        <p:nvSpPr>
          <p:cNvPr id="368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idx="1"/>
          </p:nvPr>
        </p:nvSpPr>
        <p:spPr/>
        <p:txBody>
          <a:bodyPr wrap="square" lIns="91440" tIns="45720" rIns="91440" bIns="45720" anchor="t" anchorCtr="0"/>
          <a:p>
            <a:pPr lvl="0"/>
            <a:endParaRPr lang="zh-CN" altLang="en-US" dirty="0"/>
          </a:p>
        </p:txBody>
      </p:sp>
      <p:sp>
        <p:nvSpPr>
          <p:cNvPr id="409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t" anchorCtr="0"/>
          <a:p>
            <a:pPr lvl="0"/>
            <a:endParaRPr lang="zh-CN" altLang="en-US" dirty="0"/>
          </a:p>
        </p:txBody>
      </p:sp>
      <p:sp>
        <p:nvSpPr>
          <p:cNvPr id="440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89089"/>
          <p:cNvSpPr>
            <a:spLocks noGrp="1"/>
          </p:cNvSpPr>
          <p:nvPr>
            <p:ph type="dt" sz="half" idx="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6"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编辑母版文本样式</a:t>
            </a:r>
            <a:endParaRPr lang="zh-CN" altLang="en-US" noProof="1"/>
          </a:p>
        </p:txBody>
      </p:sp>
      <p:sp>
        <p:nvSpPr>
          <p:cNvPr id="4" name="日期占位符 89089"/>
          <p:cNvSpPr>
            <a:spLocks noGrp="1"/>
          </p:cNvSpPr>
          <p:nvPr>
            <p:ph type="dt" sz="half" idx="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6"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457200" y="1600200"/>
            <a:ext cx="4032504"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54296" y="1600200"/>
            <a:ext cx="4032504"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89089"/>
          <p:cNvSpPr>
            <a:spLocks noGrp="1"/>
          </p:cNvSpPr>
          <p:nvPr>
            <p:ph type="dt" sz="half" idx="1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7"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89089"/>
          <p:cNvSpPr>
            <a:spLocks noGrp="1"/>
          </p:cNvSpPr>
          <p:nvPr>
            <p:ph type="dt" sz="half" idx="1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灯片编号占位符 89090"/>
          <p:cNvSpPr>
            <a:spLocks noGrp="1"/>
          </p:cNvSpPr>
          <p:nvPr>
            <p:ph type="sldNum" sz="quarter" idx="1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9" name="页脚占位符 89101"/>
          <p:cNvSpPr>
            <a:spLocks noGrp="1"/>
          </p:cNvSpPr>
          <p:nvPr>
            <p:ph type="ftr" sz="quarter" idx="1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89089"/>
          <p:cNvSpPr>
            <a:spLocks noGrp="1"/>
          </p:cNvSpPr>
          <p:nvPr>
            <p:ph type="dt" sz="half" idx="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5"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3" name="日期占位符 89089"/>
          <p:cNvSpPr>
            <a:spLocks noGrp="1"/>
          </p:cNvSpPr>
          <p:nvPr>
            <p:ph type="dt" sz="half" idx="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5"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编辑母版文本样式</a:t>
            </a:r>
            <a:endParaRPr lang="zh-CN" altLang="en-US" noProof="1"/>
          </a:p>
        </p:txBody>
      </p:sp>
      <p:sp>
        <p:nvSpPr>
          <p:cNvPr id="5" name="日期占位符 89089"/>
          <p:cNvSpPr>
            <a:spLocks noGrp="1"/>
          </p:cNvSpPr>
          <p:nvPr>
            <p:ph type="dt" sz="half" idx="1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7"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单击图标添加图片</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编辑母版文本样式</a:t>
            </a:r>
            <a:endParaRPr lang="zh-CN" altLang="en-US" noProof="1"/>
          </a:p>
        </p:txBody>
      </p:sp>
      <p:sp>
        <p:nvSpPr>
          <p:cNvPr id="5" name="日期占位符 89089"/>
          <p:cNvSpPr>
            <a:spLocks noGrp="1"/>
          </p:cNvSpPr>
          <p:nvPr>
            <p:ph type="dt" sz="half" idx="1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7"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89089"/>
          <p:cNvSpPr>
            <a:spLocks noGrp="1"/>
          </p:cNvSpPr>
          <p:nvPr>
            <p:ph type="dt" sz="half" idx="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6"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457200" y="274638"/>
            <a:ext cx="6052930" cy="5851525"/>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89089"/>
          <p:cNvSpPr>
            <a:spLocks noGrp="1"/>
          </p:cNvSpPr>
          <p:nvPr>
            <p:ph type="dt" sz="half" idx="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89090"/>
          <p:cNvSpPr>
            <a:spLocks noGrp="1"/>
          </p:cNvSpPr>
          <p:nvPr>
            <p:ph type="sldNum" sz="quarter" idx="4"/>
          </p:nvPr>
        </p:nvSpPr>
        <p:spPr>
          <a:xfrm>
            <a:off x="6553200" y="6248400"/>
            <a:ext cx="2133600" cy="476250"/>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6" name="页脚占位符 89101"/>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标题幻灯片">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endParaRPr lang="en-US" dirty="0"/>
          </a:p>
        </p:txBody>
      </p:sp>
      <p:sp>
        <p:nvSpPr>
          <p:cNvPr id="4" name="Date Placeholder 3"/>
          <p:cNvSpPr>
            <a:spLocks noGrp="1"/>
          </p:cNvSpPr>
          <p:nvPr>
            <p:ph type="dt" sz="half" idx="2"/>
          </p:nvPr>
        </p:nvSpPr>
        <p:spPr>
          <a:xfrm>
            <a:off x="457200" y="6251575"/>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3124200" y="6248400"/>
            <a:ext cx="2895600" cy="476250"/>
          </a:xfrm>
          <a:prstGeom prst="rect">
            <a:avLst/>
          </a:prstGeom>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423863" y="4529138"/>
            <a:ext cx="584200" cy="365125"/>
          </a:xfrm>
          <a:prstGeom prst="rect">
            <a:avLst/>
          </a:prstGeom>
        </p:spPr>
        <p:txBody>
          <a:bodyPr vert="horz" wrap="square" lIns="91440" tIns="45720" rIns="91440" bIns="45720" numCol="1" anchor="b"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9090" name="日期占位符 89089"/>
          <p:cNvSpPr>
            <a:spLocks noGrp="1"/>
          </p:cNvSpPr>
          <p:nvPr>
            <p:ph type="dt" sz="half" idx="2"/>
          </p:nvPr>
        </p:nvSpPr>
        <p:spPr>
          <a:xfrm>
            <a:off x="457200" y="6251575"/>
            <a:ext cx="2133600" cy="476250"/>
          </a:xfrm>
          <a:prstGeom prst="rect">
            <a:avLst/>
          </a:prstGeom>
          <a:noFill/>
          <a:ln w="9525">
            <a:noFill/>
          </a:ln>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9091" name="灯片编号占位符 89090"/>
          <p:cNvSpPr>
            <a:spLocks noGrp="1"/>
          </p:cNvSpPr>
          <p:nvPr>
            <p:ph type="sldNum" sz="quarter" idx="4"/>
          </p:nvPr>
        </p:nvSpPr>
        <p:spPr>
          <a:xfrm>
            <a:off x="6553200" y="6248400"/>
            <a:ext cx="2133600" cy="476250"/>
          </a:xfrm>
          <a:prstGeom prst="rect">
            <a:avLst/>
          </a:prstGeom>
          <a:noFill/>
          <a:ln w="9525">
            <a:noFill/>
          </a:ln>
        </p:spPr>
        <p:txBody>
          <a:bodyPr vert="horz" wrap="square" lIns="91440" tIns="45720" rIns="91440" bIns="45720" numCol="1" anchor="b" anchorCtr="0" compatLnSpc="1"/>
          <a:lstStyle>
            <a:lvl1pPr algn="r">
              <a:defRPr sz="1200">
                <a:latin typeface="Arial" panose="020B0604020202020204" pitchFamily="34" charset="0"/>
              </a:defRPr>
            </a:lvl1pPr>
          </a:lstStyle>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grpSp>
        <p:nvGrpSpPr>
          <p:cNvPr id="1028" name="组合 89091"/>
          <p:cNvGrpSpPr/>
          <p:nvPr/>
        </p:nvGrpSpPr>
        <p:grpSpPr>
          <a:xfrm>
            <a:off x="0" y="0"/>
            <a:ext cx="9140825" cy="6850063"/>
            <a:chOff x="0" y="0"/>
            <a:chExt cx="5758" cy="4315"/>
          </a:xfrm>
        </p:grpSpPr>
        <p:grpSp>
          <p:nvGrpSpPr>
            <p:cNvPr id="1032" name="组合 89092"/>
            <p:cNvGrpSpPr/>
            <p:nvPr/>
          </p:nvGrpSpPr>
          <p:grpSpPr>
            <a:xfrm>
              <a:off x="1728" y="2230"/>
              <a:ext cx="4027" cy="2085"/>
              <a:chOff x="1728" y="2230"/>
              <a:chExt cx="4027" cy="2085"/>
            </a:xfrm>
          </p:grpSpPr>
          <p:sp>
            <p:nvSpPr>
              <p:cNvPr id="1030" name="任意多边形 89093"/>
              <p:cNvSpPr>
                <a:spLocks noChangeArrowheads="1"/>
              </p:cNvSpPr>
              <p:nvPr/>
            </p:nvSpPr>
            <p:spPr bwMode="auto">
              <a:xfrm>
                <a:off x="1728" y="2644"/>
                <a:ext cx="2882" cy="1671"/>
              </a:xfrm>
              <a:custGeom>
                <a:avLst/>
                <a:gdLst>
                  <a:gd name="T0" fmla="*/ 2740 w 2882"/>
                  <a:gd name="T1" fmla="*/ 528 h 1671"/>
                  <a:gd name="T2" fmla="*/ 2632 w 2882"/>
                  <a:gd name="T3" fmla="*/ 484 h 1671"/>
                  <a:gd name="T4" fmla="*/ 2480 w 2882"/>
                  <a:gd name="T5" fmla="*/ 424 h 1671"/>
                  <a:gd name="T6" fmla="*/ 2203 w 2882"/>
                  <a:gd name="T7" fmla="*/ 343 h 1671"/>
                  <a:gd name="T8" fmla="*/ 1970 w 2882"/>
                  <a:gd name="T9" fmla="*/ 277 h 1671"/>
                  <a:gd name="T10" fmla="*/ 1807 w 2882"/>
                  <a:gd name="T11" fmla="*/ 212 h 1671"/>
                  <a:gd name="T12" fmla="*/ 1693 w 2882"/>
                  <a:gd name="T13" fmla="*/ 152 h 1671"/>
                  <a:gd name="T14" fmla="*/ 1628 w 2882"/>
                  <a:gd name="T15" fmla="*/ 103 h 1671"/>
                  <a:gd name="T16" fmla="*/ 1590 w 2882"/>
                  <a:gd name="T17" fmla="*/ 60 h 1671"/>
                  <a:gd name="T18" fmla="*/ 1579 w 2882"/>
                  <a:gd name="T19" fmla="*/ 27 h 1671"/>
                  <a:gd name="T20" fmla="*/ 1585 w 2882"/>
                  <a:gd name="T21" fmla="*/ 0 h 1671"/>
                  <a:gd name="T22" fmla="*/ 1557 w 2882"/>
                  <a:gd name="T23" fmla="*/ 49 h 1671"/>
                  <a:gd name="T24" fmla="*/ 1568 w 2882"/>
                  <a:gd name="T25" fmla="*/ 98 h 1671"/>
                  <a:gd name="T26" fmla="*/ 1617 w 2882"/>
                  <a:gd name="T27" fmla="*/ 141 h 1671"/>
                  <a:gd name="T28" fmla="*/ 1688 w 2882"/>
                  <a:gd name="T29" fmla="*/ 185 h 1671"/>
                  <a:gd name="T30" fmla="*/ 1791 w 2882"/>
                  <a:gd name="T31" fmla="*/ 228 h 1671"/>
                  <a:gd name="T32" fmla="*/ 2040 w 2882"/>
                  <a:gd name="T33" fmla="*/ 310 h 1671"/>
                  <a:gd name="T34" fmla="*/ 2285 w 2882"/>
                  <a:gd name="T35" fmla="*/ 381 h 1671"/>
                  <a:gd name="T36" fmla="*/ 2464 w 2882"/>
                  <a:gd name="T37" fmla="*/ 435 h 1671"/>
                  <a:gd name="T38" fmla="*/ 2605 w 2882"/>
                  <a:gd name="T39" fmla="*/ 484 h 1671"/>
                  <a:gd name="T40" fmla="*/ 2708 w 2882"/>
                  <a:gd name="T41" fmla="*/ 528 h 1671"/>
                  <a:gd name="T42" fmla="*/ 2768 w 2882"/>
                  <a:gd name="T43" fmla="*/ 560 h 1671"/>
                  <a:gd name="T44" fmla="*/ 2795 w 2882"/>
                  <a:gd name="T45" fmla="*/ 593 h 1671"/>
                  <a:gd name="T46" fmla="*/ 2795 w 2882"/>
                  <a:gd name="T47" fmla="*/ 642 h 1671"/>
                  <a:gd name="T48" fmla="*/ 2762 w 2882"/>
                  <a:gd name="T49" fmla="*/ 691 h 1671"/>
                  <a:gd name="T50" fmla="*/ 2692 w 2882"/>
                  <a:gd name="T51" fmla="*/ 735 h 1671"/>
                  <a:gd name="T52" fmla="*/ 2589 w 2882"/>
                  <a:gd name="T53" fmla="*/ 778 h 1671"/>
                  <a:gd name="T54" fmla="*/ 2458 w 2882"/>
                  <a:gd name="T55" fmla="*/ 822 h 1671"/>
                  <a:gd name="T56" fmla="*/ 2301 w 2882"/>
                  <a:gd name="T57" fmla="*/ 865 h 1671"/>
                  <a:gd name="T58" fmla="*/ 2030 w 2882"/>
                  <a:gd name="T59" fmla="*/ 930 h 1671"/>
                  <a:gd name="T60" fmla="*/ 1606 w 2882"/>
                  <a:gd name="T61" fmla="*/ 1034 h 1671"/>
                  <a:gd name="T62" fmla="*/ 1145 w 2882"/>
                  <a:gd name="T63" fmla="*/ 1164 h 1671"/>
                  <a:gd name="T64" fmla="*/ 673 w 2882"/>
                  <a:gd name="T65" fmla="*/ 1328 h 1671"/>
                  <a:gd name="T66" fmla="*/ 217 w 2882"/>
                  <a:gd name="T67" fmla="*/ 1545 h 1671"/>
                  <a:gd name="T68" fmla="*/ 353 w 2882"/>
                  <a:gd name="T69" fmla="*/ 1671 h 1671"/>
                  <a:gd name="T70" fmla="*/ 754 w 2882"/>
                  <a:gd name="T71" fmla="*/ 1469 h 1671"/>
                  <a:gd name="T72" fmla="*/ 1145 w 2882"/>
                  <a:gd name="T73" fmla="*/ 1311 h 1671"/>
                  <a:gd name="T74" fmla="*/ 1519 w 2882"/>
                  <a:gd name="T75" fmla="*/ 1186 h 1671"/>
                  <a:gd name="T76" fmla="*/ 1861 w 2882"/>
                  <a:gd name="T77" fmla="*/ 1083 h 1671"/>
                  <a:gd name="T78" fmla="*/ 2165 w 2882"/>
                  <a:gd name="T79" fmla="*/ 1007 h 1671"/>
                  <a:gd name="T80" fmla="*/ 2426 w 2882"/>
                  <a:gd name="T81" fmla="*/ 947 h 1671"/>
                  <a:gd name="T82" fmla="*/ 2626 w 2882"/>
                  <a:gd name="T83" fmla="*/ 892 h 1671"/>
                  <a:gd name="T84" fmla="*/ 2762 w 2882"/>
                  <a:gd name="T85" fmla="*/ 838 h 1671"/>
                  <a:gd name="T86" fmla="*/ 2827 w 2882"/>
                  <a:gd name="T87" fmla="*/ 794 h 1671"/>
                  <a:gd name="T88" fmla="*/ 2865 w 2882"/>
                  <a:gd name="T89" fmla="*/ 745 h 1671"/>
                  <a:gd name="T90" fmla="*/ 2882 w 2882"/>
                  <a:gd name="T91" fmla="*/ 702 h 1671"/>
                  <a:gd name="T92" fmla="*/ 2854 w 2882"/>
                  <a:gd name="T93" fmla="*/ 620 h 1671"/>
                  <a:gd name="T94" fmla="*/ 2800 w 2882"/>
                  <a:gd name="T95" fmla="*/ 560 h 1671"/>
                  <a:gd name="T96" fmla="*/ 2773 w 2882"/>
                  <a:gd name="T97" fmla="*/ 544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close/>
                  </a:path>
                </a:pathLst>
              </a:custGeom>
              <a:gradFill rotWithShape="0">
                <a:gsLst>
                  <a:gs pos="0">
                    <a:schemeClr val="bg1"/>
                  </a:gs>
                  <a:gs pos="100000">
                    <a:srgbClr val="002E8B"/>
                  </a:gs>
                </a:gsLst>
                <a:lin ang="0" scaled="1"/>
              </a:gradFill>
              <a:ln>
                <a:noFill/>
              </a:ln>
            </p:spPr>
            <p:txBody>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a:defRPr>
                    <a:solidFill>
                      <a:schemeClr val="tx1"/>
                    </a:solidFill>
                    <a:latin typeface="Times New Roman" panose="02020603050405020304" pitchFamily="18" charset="0"/>
                  </a:defRPr>
                </a:lvl3pPr>
                <a:lvl4pPr>
                  <a:defRPr>
                    <a:solidFill>
                      <a:schemeClr val="tx1"/>
                    </a:solidFill>
                    <a:latin typeface="Times New Roman" panose="02020603050405020304" pitchFamily="18" charset="0"/>
                  </a:defRPr>
                </a:lvl4pPr>
                <a:lvl5pPr>
                  <a:defRPr>
                    <a:solidFill>
                      <a:schemeClr val="tx1"/>
                    </a:solidFill>
                    <a:latin typeface="Times New Roman" panose="02020603050405020304" pitchFamily="18" charset="0"/>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1" name="任意多边形 89094"/>
              <p:cNvSpPr>
                <a:spLocks noChangeArrowheads="1"/>
              </p:cNvSpPr>
              <p:nvPr/>
            </p:nvSpPr>
            <p:spPr bwMode="auto">
              <a:xfrm>
                <a:off x="4170" y="2671"/>
                <a:ext cx="1259" cy="811"/>
              </a:xfrm>
              <a:custGeom>
                <a:avLst/>
                <a:gdLst>
                  <a:gd name="T0" fmla="*/ 1259 w 1259"/>
                  <a:gd name="T1" fmla="*/ 615 h 811"/>
                  <a:gd name="T2" fmla="*/ 1248 w 1259"/>
                  <a:gd name="T3" fmla="*/ 588 h 811"/>
                  <a:gd name="T4" fmla="*/ 1237 w 1259"/>
                  <a:gd name="T5" fmla="*/ 566 h 811"/>
                  <a:gd name="T6" fmla="*/ 1216 w 1259"/>
                  <a:gd name="T7" fmla="*/ 539 h 811"/>
                  <a:gd name="T8" fmla="*/ 1188 w 1259"/>
                  <a:gd name="T9" fmla="*/ 517 h 811"/>
                  <a:gd name="T10" fmla="*/ 1123 w 1259"/>
                  <a:gd name="T11" fmla="*/ 479 h 811"/>
                  <a:gd name="T12" fmla="*/ 1042 w 1259"/>
                  <a:gd name="T13" fmla="*/ 441 h 811"/>
                  <a:gd name="T14" fmla="*/ 944 w 1259"/>
                  <a:gd name="T15" fmla="*/ 408 h 811"/>
                  <a:gd name="T16" fmla="*/ 841 w 1259"/>
                  <a:gd name="T17" fmla="*/ 381 h 811"/>
                  <a:gd name="T18" fmla="*/ 727 w 1259"/>
                  <a:gd name="T19" fmla="*/ 348 h 811"/>
                  <a:gd name="T20" fmla="*/ 613 w 1259"/>
                  <a:gd name="T21" fmla="*/ 321 h 811"/>
                  <a:gd name="T22" fmla="*/ 499 w 1259"/>
                  <a:gd name="T23" fmla="*/ 294 h 811"/>
                  <a:gd name="T24" fmla="*/ 391 w 1259"/>
                  <a:gd name="T25" fmla="*/ 261 h 811"/>
                  <a:gd name="T26" fmla="*/ 288 w 1259"/>
                  <a:gd name="T27" fmla="*/ 229 h 811"/>
                  <a:gd name="T28" fmla="*/ 195 w 1259"/>
                  <a:gd name="T29" fmla="*/ 196 h 811"/>
                  <a:gd name="T30" fmla="*/ 119 w 1259"/>
                  <a:gd name="T31" fmla="*/ 152 h 811"/>
                  <a:gd name="T32" fmla="*/ 54 w 1259"/>
                  <a:gd name="T33" fmla="*/ 109 h 811"/>
                  <a:gd name="T34" fmla="*/ 33 w 1259"/>
                  <a:gd name="T35" fmla="*/ 87 h 811"/>
                  <a:gd name="T36" fmla="*/ 16 w 1259"/>
                  <a:gd name="T37" fmla="*/ 60 h 811"/>
                  <a:gd name="T38" fmla="*/ 5 w 1259"/>
                  <a:gd name="T39" fmla="*/ 33 h 811"/>
                  <a:gd name="T40" fmla="*/ 0 w 1259"/>
                  <a:gd name="T41" fmla="*/ 0 h 811"/>
                  <a:gd name="T42" fmla="*/ 0 w 1259"/>
                  <a:gd name="T43" fmla="*/ 6 h 811"/>
                  <a:gd name="T44" fmla="*/ 0 w 1259"/>
                  <a:gd name="T45" fmla="*/ 11 h 811"/>
                  <a:gd name="T46" fmla="*/ 0 w 1259"/>
                  <a:gd name="T47" fmla="*/ 38 h 811"/>
                  <a:gd name="T48" fmla="*/ 5 w 1259"/>
                  <a:gd name="T49" fmla="*/ 60 h 811"/>
                  <a:gd name="T50" fmla="*/ 16 w 1259"/>
                  <a:gd name="T51" fmla="*/ 87 h 811"/>
                  <a:gd name="T52" fmla="*/ 33 w 1259"/>
                  <a:gd name="T53" fmla="*/ 114 h 811"/>
                  <a:gd name="T54" fmla="*/ 54 w 1259"/>
                  <a:gd name="T55" fmla="*/ 142 h 811"/>
                  <a:gd name="T56" fmla="*/ 87 w 1259"/>
                  <a:gd name="T57" fmla="*/ 174 h 811"/>
                  <a:gd name="T58" fmla="*/ 125 w 1259"/>
                  <a:gd name="T59" fmla="*/ 207 h 811"/>
                  <a:gd name="T60" fmla="*/ 179 w 1259"/>
                  <a:gd name="T61" fmla="*/ 240 h 811"/>
                  <a:gd name="T62" fmla="*/ 244 w 1259"/>
                  <a:gd name="T63" fmla="*/ 278 h 811"/>
                  <a:gd name="T64" fmla="*/ 326 w 1259"/>
                  <a:gd name="T65" fmla="*/ 310 h 811"/>
                  <a:gd name="T66" fmla="*/ 418 w 1259"/>
                  <a:gd name="T67" fmla="*/ 348 h 811"/>
                  <a:gd name="T68" fmla="*/ 526 w 1259"/>
                  <a:gd name="T69" fmla="*/ 381 h 811"/>
                  <a:gd name="T70" fmla="*/ 657 w 1259"/>
                  <a:gd name="T71" fmla="*/ 414 h 811"/>
                  <a:gd name="T72" fmla="*/ 749 w 1259"/>
                  <a:gd name="T73" fmla="*/ 435 h 811"/>
                  <a:gd name="T74" fmla="*/ 830 w 1259"/>
                  <a:gd name="T75" fmla="*/ 463 h 811"/>
                  <a:gd name="T76" fmla="*/ 901 w 1259"/>
                  <a:gd name="T77" fmla="*/ 490 h 811"/>
                  <a:gd name="T78" fmla="*/ 966 w 1259"/>
                  <a:gd name="T79" fmla="*/ 512 h 811"/>
                  <a:gd name="T80" fmla="*/ 1015 w 1259"/>
                  <a:gd name="T81" fmla="*/ 539 h 811"/>
                  <a:gd name="T82" fmla="*/ 1053 w 1259"/>
                  <a:gd name="T83" fmla="*/ 566 h 811"/>
                  <a:gd name="T84" fmla="*/ 1080 w 1259"/>
                  <a:gd name="T85" fmla="*/ 593 h 811"/>
                  <a:gd name="T86" fmla="*/ 1102 w 1259"/>
                  <a:gd name="T87" fmla="*/ 620 h 811"/>
                  <a:gd name="T88" fmla="*/ 1112 w 1259"/>
                  <a:gd name="T89" fmla="*/ 648 h 811"/>
                  <a:gd name="T90" fmla="*/ 1118 w 1259"/>
                  <a:gd name="T91" fmla="*/ 675 h 811"/>
                  <a:gd name="T92" fmla="*/ 1112 w 1259"/>
                  <a:gd name="T93" fmla="*/ 697 h 811"/>
                  <a:gd name="T94" fmla="*/ 1096 w 1259"/>
                  <a:gd name="T95" fmla="*/ 724 h 811"/>
                  <a:gd name="T96" fmla="*/ 1080 w 1259"/>
                  <a:gd name="T97" fmla="*/ 746 h 811"/>
                  <a:gd name="T98" fmla="*/ 1053 w 1259"/>
                  <a:gd name="T99" fmla="*/ 767 h 811"/>
                  <a:gd name="T100" fmla="*/ 1015 w 1259"/>
                  <a:gd name="T101" fmla="*/ 789 h 811"/>
                  <a:gd name="T102" fmla="*/ 977 w 1259"/>
                  <a:gd name="T103" fmla="*/ 811 h 811"/>
                  <a:gd name="T104" fmla="*/ 1047 w 1259"/>
                  <a:gd name="T105" fmla="*/ 789 h 811"/>
                  <a:gd name="T106" fmla="*/ 1107 w 1259"/>
                  <a:gd name="T107" fmla="*/ 767 h 811"/>
                  <a:gd name="T108" fmla="*/ 1156 w 1259"/>
                  <a:gd name="T109" fmla="*/ 746 h 811"/>
                  <a:gd name="T110" fmla="*/ 1199 w 1259"/>
                  <a:gd name="T111" fmla="*/ 724 h 811"/>
                  <a:gd name="T112" fmla="*/ 1226 w 1259"/>
                  <a:gd name="T113" fmla="*/ 702 h 811"/>
                  <a:gd name="T114" fmla="*/ 1248 w 1259"/>
                  <a:gd name="T115" fmla="*/ 675 h 811"/>
                  <a:gd name="T116" fmla="*/ 1259 w 1259"/>
                  <a:gd name="T117" fmla="*/ 648 h 811"/>
                  <a:gd name="T118" fmla="*/ 1259 w 1259"/>
                  <a:gd name="T119" fmla="*/ 615 h 811"/>
                  <a:gd name="T120" fmla="*/ 1259 w 1259"/>
                  <a:gd name="T121" fmla="*/ 615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close/>
                  </a:path>
                </a:pathLst>
              </a:custGeom>
              <a:gradFill rotWithShape="0">
                <a:gsLst>
                  <a:gs pos="0">
                    <a:schemeClr val="bg1"/>
                  </a:gs>
                  <a:gs pos="100000">
                    <a:srgbClr val="002E8B"/>
                  </a:gs>
                </a:gsLst>
                <a:lin ang="2700000" scaled="1"/>
              </a:gradFill>
              <a:ln>
                <a:noFill/>
              </a:ln>
            </p:spPr>
            <p:txBody>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a:defRPr>
                    <a:solidFill>
                      <a:schemeClr val="tx1"/>
                    </a:solidFill>
                    <a:latin typeface="Times New Roman" panose="02020603050405020304" pitchFamily="18" charset="0"/>
                  </a:defRPr>
                </a:lvl3pPr>
                <a:lvl4pPr>
                  <a:defRPr>
                    <a:solidFill>
                      <a:schemeClr val="tx1"/>
                    </a:solidFill>
                    <a:latin typeface="Times New Roman" panose="02020603050405020304" pitchFamily="18" charset="0"/>
                  </a:defRPr>
                </a:lvl4pPr>
                <a:lvl5pPr>
                  <a:defRPr>
                    <a:solidFill>
                      <a:schemeClr val="tx1"/>
                    </a:solidFill>
                    <a:latin typeface="Times New Roman" panose="02020603050405020304" pitchFamily="18" charset="0"/>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 name="任意多边形 89095"/>
              <p:cNvSpPr>
                <a:spLocks noChangeArrowheads="1"/>
              </p:cNvSpPr>
              <p:nvPr/>
            </p:nvSpPr>
            <p:spPr bwMode="auto">
              <a:xfrm>
                <a:off x="2900" y="3346"/>
                <a:ext cx="2849" cy="969"/>
              </a:xfrm>
              <a:custGeom>
                <a:avLst/>
                <a:gdLst>
                  <a:gd name="T0" fmla="*/ 92 w 2849"/>
                  <a:gd name="T1" fmla="*/ 958 h 969"/>
                  <a:gd name="T2" fmla="*/ 0 w 2849"/>
                  <a:gd name="T3" fmla="*/ 969 h 969"/>
                  <a:gd name="T4" fmla="*/ 391 w 2849"/>
                  <a:gd name="T5" fmla="*/ 969 h 969"/>
                  <a:gd name="T6" fmla="*/ 434 w 2849"/>
                  <a:gd name="T7" fmla="*/ 947 h 969"/>
                  <a:gd name="T8" fmla="*/ 483 w 2849"/>
                  <a:gd name="T9" fmla="*/ 914 h 969"/>
                  <a:gd name="T10" fmla="*/ 554 w 2849"/>
                  <a:gd name="T11" fmla="*/ 876 h 969"/>
                  <a:gd name="T12" fmla="*/ 635 w 2849"/>
                  <a:gd name="T13" fmla="*/ 838 h 969"/>
                  <a:gd name="T14" fmla="*/ 727 w 2849"/>
                  <a:gd name="T15" fmla="*/ 794 h 969"/>
                  <a:gd name="T16" fmla="*/ 836 w 2849"/>
                  <a:gd name="T17" fmla="*/ 745 h 969"/>
                  <a:gd name="T18" fmla="*/ 961 w 2849"/>
                  <a:gd name="T19" fmla="*/ 696 h 969"/>
                  <a:gd name="T20" fmla="*/ 1102 w 2849"/>
                  <a:gd name="T21" fmla="*/ 642 h 969"/>
                  <a:gd name="T22" fmla="*/ 1259 w 2849"/>
                  <a:gd name="T23" fmla="*/ 582 h 969"/>
                  <a:gd name="T24" fmla="*/ 1433 w 2849"/>
                  <a:gd name="T25" fmla="*/ 522 h 969"/>
                  <a:gd name="T26" fmla="*/ 1623 w 2849"/>
                  <a:gd name="T27" fmla="*/ 462 h 969"/>
                  <a:gd name="T28" fmla="*/ 1829 w 2849"/>
                  <a:gd name="T29" fmla="*/ 403 h 969"/>
                  <a:gd name="T30" fmla="*/ 2057 w 2849"/>
                  <a:gd name="T31" fmla="*/ 343 h 969"/>
                  <a:gd name="T32" fmla="*/ 2301 w 2849"/>
                  <a:gd name="T33" fmla="*/ 283 h 969"/>
                  <a:gd name="T34" fmla="*/ 2567 w 2849"/>
                  <a:gd name="T35" fmla="*/ 223 h 969"/>
                  <a:gd name="T36" fmla="*/ 2849 w 2849"/>
                  <a:gd name="T37" fmla="*/ 163 h 969"/>
                  <a:gd name="T38" fmla="*/ 2849 w 2849"/>
                  <a:gd name="T39" fmla="*/ 0 h 969"/>
                  <a:gd name="T40" fmla="*/ 2817 w 2849"/>
                  <a:gd name="T41" fmla="*/ 16 h 969"/>
                  <a:gd name="T42" fmla="*/ 2773 w 2849"/>
                  <a:gd name="T43" fmla="*/ 33 h 969"/>
                  <a:gd name="T44" fmla="*/ 2719 w 2849"/>
                  <a:gd name="T45" fmla="*/ 54 h 969"/>
                  <a:gd name="T46" fmla="*/ 2648 w 2849"/>
                  <a:gd name="T47" fmla="*/ 76 h 969"/>
                  <a:gd name="T48" fmla="*/ 2572 w 2849"/>
                  <a:gd name="T49" fmla="*/ 98 h 969"/>
                  <a:gd name="T50" fmla="*/ 2491 w 2849"/>
                  <a:gd name="T51" fmla="*/ 120 h 969"/>
                  <a:gd name="T52" fmla="*/ 2399 w 2849"/>
                  <a:gd name="T53" fmla="*/ 147 h 969"/>
                  <a:gd name="T54" fmla="*/ 2301 w 2849"/>
                  <a:gd name="T55" fmla="*/ 169 h 969"/>
                  <a:gd name="T56" fmla="*/ 2095 w 2849"/>
                  <a:gd name="T57" fmla="*/ 223 h 969"/>
                  <a:gd name="T58" fmla="*/ 1889 w 2849"/>
                  <a:gd name="T59" fmla="*/ 277 h 969"/>
                  <a:gd name="T60" fmla="*/ 1688 w 2849"/>
                  <a:gd name="T61" fmla="*/ 326 h 969"/>
                  <a:gd name="T62" fmla="*/ 1590 w 2849"/>
                  <a:gd name="T63" fmla="*/ 354 h 969"/>
                  <a:gd name="T64" fmla="*/ 1503 w 2849"/>
                  <a:gd name="T65" fmla="*/ 381 h 969"/>
                  <a:gd name="T66" fmla="*/ 1107 w 2849"/>
                  <a:gd name="T67" fmla="*/ 506 h 969"/>
                  <a:gd name="T68" fmla="*/ 912 w 2849"/>
                  <a:gd name="T69" fmla="*/ 577 h 969"/>
                  <a:gd name="T70" fmla="*/ 727 w 2849"/>
                  <a:gd name="T71" fmla="*/ 647 h 969"/>
                  <a:gd name="T72" fmla="*/ 548 w 2849"/>
                  <a:gd name="T73" fmla="*/ 718 h 969"/>
                  <a:gd name="T74" fmla="*/ 380 w 2849"/>
                  <a:gd name="T75" fmla="*/ 794 h 969"/>
                  <a:gd name="T76" fmla="*/ 228 w 2849"/>
                  <a:gd name="T77" fmla="*/ 876 h 969"/>
                  <a:gd name="T78" fmla="*/ 92 w 2849"/>
                  <a:gd name="T79" fmla="*/ 958 h 969"/>
                  <a:gd name="T80" fmla="*/ 92 w 2849"/>
                  <a:gd name="T81" fmla="*/ 958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close/>
                  </a:path>
                </a:pathLst>
              </a:custGeom>
              <a:gradFill rotWithShape="0">
                <a:gsLst>
                  <a:gs pos="0">
                    <a:srgbClr val="002A7D"/>
                  </a:gs>
                  <a:gs pos="100000">
                    <a:schemeClr val="bg1"/>
                  </a:gs>
                </a:gsLst>
                <a:lin ang="5400000" scaled="1"/>
              </a:gradFill>
              <a:ln>
                <a:noFill/>
              </a:ln>
            </p:spPr>
            <p:txBody>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a:defRPr>
                    <a:solidFill>
                      <a:schemeClr val="tx1"/>
                    </a:solidFill>
                    <a:latin typeface="Times New Roman" panose="02020603050405020304" pitchFamily="18" charset="0"/>
                  </a:defRPr>
                </a:lvl3pPr>
                <a:lvl4pPr>
                  <a:defRPr>
                    <a:solidFill>
                      <a:schemeClr val="tx1"/>
                    </a:solidFill>
                    <a:latin typeface="Times New Roman" panose="02020603050405020304" pitchFamily="18" charset="0"/>
                  </a:defRPr>
                </a:lvl4pPr>
                <a:lvl5pPr>
                  <a:defRPr>
                    <a:solidFill>
                      <a:schemeClr val="tx1"/>
                    </a:solidFill>
                    <a:latin typeface="Times New Roman" panose="02020603050405020304" pitchFamily="18" charset="0"/>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3" name="任意多边形 89096"/>
              <p:cNvSpPr>
                <a:spLocks noChangeArrowheads="1"/>
              </p:cNvSpPr>
              <p:nvPr/>
            </p:nvSpPr>
            <p:spPr bwMode="auto">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a:noFill/>
              </a:ln>
            </p:spPr>
            <p:txBody>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a:defRPr>
                    <a:solidFill>
                      <a:schemeClr val="tx1"/>
                    </a:solidFill>
                    <a:latin typeface="Times New Roman" panose="02020603050405020304" pitchFamily="18" charset="0"/>
                  </a:defRPr>
                </a:lvl3pPr>
                <a:lvl4pPr>
                  <a:defRPr>
                    <a:solidFill>
                      <a:schemeClr val="tx1"/>
                    </a:solidFill>
                    <a:latin typeface="Times New Roman" panose="02020603050405020304" pitchFamily="18" charset="0"/>
                  </a:defRPr>
                </a:lvl4pPr>
                <a:lvl5pPr>
                  <a:defRPr>
                    <a:solidFill>
                      <a:schemeClr val="tx1"/>
                    </a:solidFill>
                    <a:latin typeface="Times New Roman" panose="02020603050405020304" pitchFamily="18" charset="0"/>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4" name="任意多边形 89097"/>
              <p:cNvSpPr>
                <a:spLocks noChangeArrowheads="1"/>
              </p:cNvSpPr>
              <p:nvPr/>
            </p:nvSpPr>
            <p:spPr bwMode="auto">
              <a:xfrm>
                <a:off x="4501" y="2317"/>
                <a:ext cx="1248" cy="539"/>
              </a:xfrm>
              <a:custGeom>
                <a:avLst/>
                <a:gdLst>
                  <a:gd name="T0" fmla="*/ 0 w 1248"/>
                  <a:gd name="T1" fmla="*/ 332 h 539"/>
                  <a:gd name="T2" fmla="*/ 0 w 1248"/>
                  <a:gd name="T3" fmla="*/ 360 h 539"/>
                  <a:gd name="T4" fmla="*/ 5 w 1248"/>
                  <a:gd name="T5" fmla="*/ 387 h 539"/>
                  <a:gd name="T6" fmla="*/ 27 w 1248"/>
                  <a:gd name="T7" fmla="*/ 414 h 539"/>
                  <a:gd name="T8" fmla="*/ 54 w 1248"/>
                  <a:gd name="T9" fmla="*/ 436 h 539"/>
                  <a:gd name="T10" fmla="*/ 92 w 1248"/>
                  <a:gd name="T11" fmla="*/ 463 h 539"/>
                  <a:gd name="T12" fmla="*/ 141 w 1248"/>
                  <a:gd name="T13" fmla="*/ 490 h 539"/>
                  <a:gd name="T14" fmla="*/ 195 w 1248"/>
                  <a:gd name="T15" fmla="*/ 512 h 539"/>
                  <a:gd name="T16" fmla="*/ 255 w 1248"/>
                  <a:gd name="T17" fmla="*/ 539 h 539"/>
                  <a:gd name="T18" fmla="*/ 212 w 1248"/>
                  <a:gd name="T19" fmla="*/ 517 h 539"/>
                  <a:gd name="T20" fmla="*/ 179 w 1248"/>
                  <a:gd name="T21" fmla="*/ 490 h 539"/>
                  <a:gd name="T22" fmla="*/ 157 w 1248"/>
                  <a:gd name="T23" fmla="*/ 468 h 539"/>
                  <a:gd name="T24" fmla="*/ 141 w 1248"/>
                  <a:gd name="T25" fmla="*/ 447 h 539"/>
                  <a:gd name="T26" fmla="*/ 136 w 1248"/>
                  <a:gd name="T27" fmla="*/ 425 h 539"/>
                  <a:gd name="T28" fmla="*/ 136 w 1248"/>
                  <a:gd name="T29" fmla="*/ 403 h 539"/>
                  <a:gd name="T30" fmla="*/ 141 w 1248"/>
                  <a:gd name="T31" fmla="*/ 381 h 539"/>
                  <a:gd name="T32" fmla="*/ 157 w 1248"/>
                  <a:gd name="T33" fmla="*/ 365 h 539"/>
                  <a:gd name="T34" fmla="*/ 179 w 1248"/>
                  <a:gd name="T35" fmla="*/ 343 h 539"/>
                  <a:gd name="T36" fmla="*/ 201 w 1248"/>
                  <a:gd name="T37" fmla="*/ 327 h 539"/>
                  <a:gd name="T38" fmla="*/ 266 w 1248"/>
                  <a:gd name="T39" fmla="*/ 294 h 539"/>
                  <a:gd name="T40" fmla="*/ 353 w 1248"/>
                  <a:gd name="T41" fmla="*/ 262 h 539"/>
                  <a:gd name="T42" fmla="*/ 445 w 1248"/>
                  <a:gd name="T43" fmla="*/ 234 h 539"/>
                  <a:gd name="T44" fmla="*/ 554 w 1248"/>
                  <a:gd name="T45" fmla="*/ 213 h 539"/>
                  <a:gd name="T46" fmla="*/ 662 w 1248"/>
                  <a:gd name="T47" fmla="*/ 191 h 539"/>
                  <a:gd name="T48" fmla="*/ 890 w 1248"/>
                  <a:gd name="T49" fmla="*/ 153 h 539"/>
                  <a:gd name="T50" fmla="*/ 993 w 1248"/>
                  <a:gd name="T51" fmla="*/ 136 h 539"/>
                  <a:gd name="T52" fmla="*/ 1091 w 1248"/>
                  <a:gd name="T53" fmla="*/ 120 h 539"/>
                  <a:gd name="T54" fmla="*/ 1178 w 1248"/>
                  <a:gd name="T55" fmla="*/ 115 h 539"/>
                  <a:gd name="T56" fmla="*/ 1248 w 1248"/>
                  <a:gd name="T57" fmla="*/ 104 h 539"/>
                  <a:gd name="T58" fmla="*/ 1248 w 1248"/>
                  <a:gd name="T59" fmla="*/ 0 h 539"/>
                  <a:gd name="T60" fmla="*/ 1161 w 1248"/>
                  <a:gd name="T61" fmla="*/ 22 h 539"/>
                  <a:gd name="T62" fmla="*/ 1069 w 1248"/>
                  <a:gd name="T63" fmla="*/ 38 h 539"/>
                  <a:gd name="T64" fmla="*/ 874 w 1248"/>
                  <a:gd name="T65" fmla="*/ 71 h 539"/>
                  <a:gd name="T66" fmla="*/ 673 w 1248"/>
                  <a:gd name="T67" fmla="*/ 93 h 539"/>
                  <a:gd name="T68" fmla="*/ 483 w 1248"/>
                  <a:gd name="T69" fmla="*/ 126 h 539"/>
                  <a:gd name="T70" fmla="*/ 391 w 1248"/>
                  <a:gd name="T71" fmla="*/ 142 h 539"/>
                  <a:gd name="T72" fmla="*/ 309 w 1248"/>
                  <a:gd name="T73" fmla="*/ 158 h 539"/>
                  <a:gd name="T74" fmla="*/ 228 w 1248"/>
                  <a:gd name="T75" fmla="*/ 180 h 539"/>
                  <a:gd name="T76" fmla="*/ 163 w 1248"/>
                  <a:gd name="T77" fmla="*/ 202 h 539"/>
                  <a:gd name="T78" fmla="*/ 103 w 1248"/>
                  <a:gd name="T79" fmla="*/ 229 h 539"/>
                  <a:gd name="T80" fmla="*/ 54 w 1248"/>
                  <a:gd name="T81" fmla="*/ 256 h 539"/>
                  <a:gd name="T82" fmla="*/ 22 w 1248"/>
                  <a:gd name="T83" fmla="*/ 294 h 539"/>
                  <a:gd name="T84" fmla="*/ 0 w 1248"/>
                  <a:gd name="T85" fmla="*/ 332 h 539"/>
                  <a:gd name="T86" fmla="*/ 0 w 1248"/>
                  <a:gd name="T87" fmla="*/ 33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close/>
                  </a:path>
                </a:pathLst>
              </a:custGeom>
              <a:gradFill rotWithShape="0">
                <a:gsLst>
                  <a:gs pos="0">
                    <a:srgbClr val="002D86"/>
                  </a:gs>
                  <a:gs pos="100000">
                    <a:schemeClr val="bg1"/>
                  </a:gs>
                </a:gsLst>
                <a:lin ang="2700000" scaled="1"/>
              </a:gradFill>
              <a:ln>
                <a:noFill/>
              </a:ln>
            </p:spPr>
            <p:txBody>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a:defRPr>
                    <a:solidFill>
                      <a:schemeClr val="tx1"/>
                    </a:solidFill>
                    <a:latin typeface="Times New Roman" panose="02020603050405020304" pitchFamily="18" charset="0"/>
                  </a:defRPr>
                </a:lvl3pPr>
                <a:lvl4pPr>
                  <a:defRPr>
                    <a:solidFill>
                      <a:schemeClr val="tx1"/>
                    </a:solidFill>
                    <a:latin typeface="Times New Roman" panose="02020603050405020304" pitchFamily="18" charset="0"/>
                  </a:defRPr>
                </a:lvl4pPr>
                <a:lvl5pPr>
                  <a:defRPr>
                    <a:solidFill>
                      <a:schemeClr val="tx1"/>
                    </a:solidFill>
                    <a:latin typeface="Times New Roman" panose="02020603050405020304" pitchFamily="18" charset="0"/>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grpSp>
        <p:sp>
          <p:nvSpPr>
            <p:cNvPr id="1035" name="任意多边形 89098"/>
            <p:cNvSpPr>
              <a:spLocks noChangeArrowheads="1"/>
            </p:cNvSpPr>
            <p:nvPr/>
          </p:nvSpPr>
          <p:spPr bwMode="auto">
            <a:xfrm>
              <a:off x="3322" y="1341"/>
              <a:ext cx="1825" cy="1537"/>
            </a:xfrm>
            <a:custGeom>
              <a:avLst/>
              <a:gdLst>
                <a:gd name="T0" fmla="*/ 982 w 2296"/>
                <a:gd name="T1" fmla="*/ 1061 h 1469"/>
                <a:gd name="T2" fmla="*/ 1357 w 2296"/>
                <a:gd name="T3" fmla="*/ 1012 h 1469"/>
                <a:gd name="T4" fmla="*/ 1666 w 2296"/>
                <a:gd name="T5" fmla="*/ 957 h 1469"/>
                <a:gd name="T6" fmla="*/ 1916 w 2296"/>
                <a:gd name="T7" fmla="*/ 897 h 1469"/>
                <a:gd name="T8" fmla="*/ 2100 w 2296"/>
                <a:gd name="T9" fmla="*/ 832 h 1469"/>
                <a:gd name="T10" fmla="*/ 2220 w 2296"/>
                <a:gd name="T11" fmla="*/ 756 h 1469"/>
                <a:gd name="T12" fmla="*/ 2285 w 2296"/>
                <a:gd name="T13" fmla="*/ 669 h 1469"/>
                <a:gd name="T14" fmla="*/ 2290 w 2296"/>
                <a:gd name="T15" fmla="*/ 560 h 1469"/>
                <a:gd name="T16" fmla="*/ 2241 w 2296"/>
                <a:gd name="T17" fmla="*/ 457 h 1469"/>
                <a:gd name="T18" fmla="*/ 2144 w 2296"/>
                <a:gd name="T19" fmla="*/ 364 h 1469"/>
                <a:gd name="T20" fmla="*/ 2008 w 2296"/>
                <a:gd name="T21" fmla="*/ 277 h 1469"/>
                <a:gd name="T22" fmla="*/ 1769 w 2296"/>
                <a:gd name="T23" fmla="*/ 157 h 1469"/>
                <a:gd name="T24" fmla="*/ 1612 w 2296"/>
                <a:gd name="T25" fmla="*/ 92 h 1469"/>
                <a:gd name="T26" fmla="*/ 1476 w 2296"/>
                <a:gd name="T27" fmla="*/ 43 h 1469"/>
                <a:gd name="T28" fmla="*/ 1384 w 2296"/>
                <a:gd name="T29" fmla="*/ 10 h 1469"/>
                <a:gd name="T30" fmla="*/ 1346 w 2296"/>
                <a:gd name="T31" fmla="*/ 0 h 1469"/>
                <a:gd name="T32" fmla="*/ 1655 w 2296"/>
                <a:gd name="T33" fmla="*/ 119 h 1469"/>
                <a:gd name="T34" fmla="*/ 1948 w 2296"/>
                <a:gd name="T35" fmla="*/ 255 h 1469"/>
                <a:gd name="T36" fmla="*/ 2068 w 2296"/>
                <a:gd name="T37" fmla="*/ 326 h 1469"/>
                <a:gd name="T38" fmla="*/ 2171 w 2296"/>
                <a:gd name="T39" fmla="*/ 402 h 1469"/>
                <a:gd name="T40" fmla="*/ 2236 w 2296"/>
                <a:gd name="T41" fmla="*/ 478 h 1469"/>
                <a:gd name="T42" fmla="*/ 2263 w 2296"/>
                <a:gd name="T43" fmla="*/ 560 h 1469"/>
                <a:gd name="T44" fmla="*/ 2241 w 2296"/>
                <a:gd name="T45" fmla="*/ 636 h 1469"/>
                <a:gd name="T46" fmla="*/ 2171 w 2296"/>
                <a:gd name="T47" fmla="*/ 702 h 1469"/>
                <a:gd name="T48" fmla="*/ 2062 w 2296"/>
                <a:gd name="T49" fmla="*/ 756 h 1469"/>
                <a:gd name="T50" fmla="*/ 1921 w 2296"/>
                <a:gd name="T51" fmla="*/ 800 h 1469"/>
                <a:gd name="T52" fmla="*/ 1748 w 2296"/>
                <a:gd name="T53" fmla="*/ 843 h 1469"/>
                <a:gd name="T54" fmla="*/ 1351 w 2296"/>
                <a:gd name="T55" fmla="*/ 908 h 1469"/>
                <a:gd name="T56" fmla="*/ 923 w 2296"/>
                <a:gd name="T57" fmla="*/ 968 h 1469"/>
                <a:gd name="T58" fmla="*/ 521 w 2296"/>
                <a:gd name="T59" fmla="*/ 1028 h 1469"/>
                <a:gd name="T60" fmla="*/ 353 w 2296"/>
                <a:gd name="T61" fmla="*/ 1066 h 1469"/>
                <a:gd name="T62" fmla="*/ 206 w 2296"/>
                <a:gd name="T63" fmla="*/ 1104 h 1469"/>
                <a:gd name="T64" fmla="*/ 92 w 2296"/>
                <a:gd name="T65" fmla="*/ 1148 h 1469"/>
                <a:gd name="T66" fmla="*/ 22 w 2296"/>
                <a:gd name="T67" fmla="*/ 1202 h 1469"/>
                <a:gd name="T68" fmla="*/ 0 w 2296"/>
                <a:gd name="T69" fmla="*/ 1262 h 1469"/>
                <a:gd name="T70" fmla="*/ 27 w 2296"/>
                <a:gd name="T71" fmla="*/ 1327 h 1469"/>
                <a:gd name="T72" fmla="*/ 98 w 2296"/>
                <a:gd name="T73" fmla="*/ 1382 h 1469"/>
                <a:gd name="T74" fmla="*/ 196 w 2296"/>
                <a:gd name="T75" fmla="*/ 1425 h 1469"/>
                <a:gd name="T76" fmla="*/ 326 w 2296"/>
                <a:gd name="T77" fmla="*/ 1469 h 1469"/>
                <a:gd name="T78" fmla="*/ 217 w 2296"/>
                <a:gd name="T79" fmla="*/ 1414 h 1469"/>
                <a:gd name="T80" fmla="*/ 147 w 2296"/>
                <a:gd name="T81" fmla="*/ 1360 h 1469"/>
                <a:gd name="T82" fmla="*/ 120 w 2296"/>
                <a:gd name="T83" fmla="*/ 1306 h 1469"/>
                <a:gd name="T84" fmla="*/ 141 w 2296"/>
                <a:gd name="T85" fmla="*/ 1257 h 1469"/>
                <a:gd name="T86" fmla="*/ 212 w 2296"/>
                <a:gd name="T87" fmla="*/ 1208 h 1469"/>
                <a:gd name="T88" fmla="*/ 342 w 2296"/>
                <a:gd name="T89" fmla="*/ 1164 h 1469"/>
                <a:gd name="T90" fmla="*/ 527 w 2296"/>
                <a:gd name="T91" fmla="*/ 1121 h 1469"/>
                <a:gd name="T92" fmla="*/ 771 w 2296"/>
                <a:gd name="T93" fmla="*/ 1088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close/>
                </a:path>
              </a:pathLst>
            </a:custGeom>
            <a:gradFill rotWithShape="0">
              <a:gsLst>
                <a:gs pos="0">
                  <a:srgbClr val="002B82"/>
                </a:gs>
                <a:gs pos="100000">
                  <a:schemeClr val="bg1"/>
                </a:gs>
              </a:gsLst>
              <a:lin ang="2700000" scaled="1"/>
            </a:gradFill>
            <a:ln>
              <a:noFill/>
            </a:ln>
          </p:spPr>
          <p:txBody>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a:defRPr>
                  <a:solidFill>
                    <a:schemeClr val="tx1"/>
                  </a:solidFill>
                  <a:latin typeface="Times New Roman" panose="02020603050405020304" pitchFamily="18" charset="0"/>
                </a:defRPr>
              </a:lvl3pPr>
              <a:lvl4pPr>
                <a:defRPr>
                  <a:solidFill>
                    <a:schemeClr val="tx1"/>
                  </a:solidFill>
                  <a:latin typeface="Times New Roman" panose="02020603050405020304" pitchFamily="18" charset="0"/>
                </a:defRPr>
              </a:lvl4pPr>
              <a:lvl5pPr>
                <a:defRPr>
                  <a:solidFill>
                    <a:schemeClr val="tx1"/>
                  </a:solidFill>
                  <a:latin typeface="Times New Roman" panose="02020603050405020304" pitchFamily="18" charset="0"/>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6" name="任意多边形 89099"/>
            <p:cNvSpPr>
              <a:spLocks noChangeArrowheads="1"/>
            </p:cNvSpPr>
            <p:nvPr/>
          </p:nvSpPr>
          <p:spPr bwMode="auto">
            <a:xfrm>
              <a:off x="0" y="0"/>
              <a:ext cx="5758" cy="1776"/>
            </a:xfrm>
            <a:custGeom>
              <a:avLst/>
              <a:gdLst>
                <a:gd name="T0" fmla="*/ 0 w 5740"/>
                <a:gd name="T1" fmla="*/ 0 h 1906"/>
                <a:gd name="T2" fmla="*/ 0 w 5740"/>
                <a:gd name="T3" fmla="*/ 1906 h 1906"/>
                <a:gd name="T4" fmla="*/ 5740 w 5740"/>
                <a:gd name="T5" fmla="*/ 1906 h 1906"/>
                <a:gd name="T6" fmla="*/ 5740 w 5740"/>
                <a:gd name="T7" fmla="*/ 0 h 1906"/>
                <a:gd name="T8" fmla="*/ 0 w 5740"/>
                <a:gd name="T9" fmla="*/ 0 h 1906"/>
                <a:gd name="T10" fmla="*/ 0 w 5740"/>
                <a:gd name="T11" fmla="*/ 0 h 1906"/>
              </a:gdLst>
              <a:ahLst/>
              <a:cxnLst>
                <a:cxn ang="0">
                  <a:pos x="T0" y="T1"/>
                </a:cxn>
                <a:cxn ang="0">
                  <a:pos x="T2" y="T3"/>
                </a:cxn>
                <a:cxn ang="0">
                  <a:pos x="T4" y="T5"/>
                </a:cxn>
                <a:cxn ang="0">
                  <a:pos x="T6" y="T7"/>
                </a:cxn>
                <a:cxn ang="0">
                  <a:pos x="T8" y="T9"/>
                </a:cxn>
                <a:cxn ang="0">
                  <a:pos x="T10" y="T11"/>
                </a:cxn>
              </a:cxnLst>
              <a:rect l="0" t="0" r="r" b="b"/>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gradFill>
            <a:ln>
              <a:noFill/>
            </a:ln>
          </p:spPr>
          <p:txBody>
            <a:bodyPr/>
            <a:lstStyle>
              <a:lvl1pPr>
                <a:defRPr>
                  <a:solidFill>
                    <a:schemeClr val="tx1"/>
                  </a:solidFill>
                  <a:latin typeface="Times New Roman" panose="02020603050405020304" pitchFamily="18" charset="0"/>
                </a:defRPr>
              </a:lvl1pPr>
              <a:lvl2pPr>
                <a:defRPr>
                  <a:solidFill>
                    <a:schemeClr val="tx1"/>
                  </a:solidFill>
                  <a:latin typeface="Times New Roman" panose="02020603050405020304" pitchFamily="18" charset="0"/>
                </a:defRPr>
              </a:lvl2pPr>
              <a:lvl3pPr>
                <a:defRPr>
                  <a:solidFill>
                    <a:schemeClr val="tx1"/>
                  </a:solidFill>
                  <a:latin typeface="Times New Roman" panose="02020603050405020304" pitchFamily="18" charset="0"/>
                </a:defRPr>
              </a:lvl3pPr>
              <a:lvl4pPr>
                <a:defRPr>
                  <a:solidFill>
                    <a:schemeClr val="tx1"/>
                  </a:solidFill>
                  <a:latin typeface="Times New Roman" panose="02020603050405020304" pitchFamily="18" charset="0"/>
                </a:defRPr>
              </a:lvl4pPr>
              <a:lvl5pPr>
                <a:defRPr>
                  <a:solidFill>
                    <a:schemeClr val="tx1"/>
                  </a:solidFill>
                  <a:latin typeface="Times New Roman" panose="02020603050405020304" pitchFamily="18" charset="0"/>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grpSp>
      <p:sp>
        <p:nvSpPr>
          <p:cNvPr id="89101" name="标题 89100"/>
          <p:cNvSpPr>
            <a:spLocks noGrp="1" noRot="1"/>
          </p:cNvSpPr>
          <p:nvPr>
            <p:ph type="title"/>
          </p:nvPr>
        </p:nvSpPr>
        <p:spPr>
          <a:xfrm>
            <a:off x="457200" y="274638"/>
            <a:ext cx="8229600" cy="1143000"/>
          </a:xfrm>
          <a:prstGeom prst="rect">
            <a:avLst/>
          </a:prstGeom>
          <a:noFill/>
          <a:ln w="9525">
            <a:noFill/>
          </a:ln>
        </p:spPr>
        <p:txBody>
          <a:bodyPr anchor="ctr"/>
          <a:lstStyle/>
          <a:p>
            <a:pPr lvl="0"/>
            <a:r>
              <a:rPr lang="zh-CN" altLang="en-US" noProof="1"/>
              <a:t>单击此处编辑母版标题样式</a:t>
            </a:r>
            <a:endParaRPr lang="zh-CN" altLang="en-US" noProof="1"/>
          </a:p>
        </p:txBody>
      </p:sp>
      <p:sp>
        <p:nvSpPr>
          <p:cNvPr id="89102" name="页脚占位符 89101"/>
          <p:cNvSpPr>
            <a:spLocks noGrp="1"/>
          </p:cNvSpPr>
          <p:nvPr>
            <p:ph type="ftr" sz="quarter" idx="3"/>
          </p:nvPr>
        </p:nvSpPr>
        <p:spPr>
          <a:xfrm>
            <a:off x="3124200" y="6248400"/>
            <a:ext cx="2895600" cy="476250"/>
          </a:xfrm>
          <a:prstGeom prst="rect">
            <a:avLst/>
          </a:prstGeom>
          <a:noFill/>
          <a:ln w="9525">
            <a:noFill/>
          </a:ln>
        </p:spPr>
        <p:txBody>
          <a:bodyPr vert="horz" wrap="square" lIns="91440" tIns="45720" rIns="91440" bIns="45720" numCol="1" anchor="b" anchorCtr="0" compatLnSpc="1"/>
          <a:lstStyle>
            <a:lvl1pPr algn="ctr" eaLnBrk="1" hangingPunct="1">
              <a:buFont typeface="Arial" panose="020B0604020202020204" pitchFamily="34" charset="0"/>
              <a:buNone/>
              <a:defRPr sz="1200" noProof="1">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103" name="文本占位符 89102"/>
          <p:cNvSpPr>
            <a:spLocks noGrp="1"/>
          </p:cNvSpPr>
          <p:nvPr>
            <p:ph type="body" idx="1"/>
          </p:nvPr>
        </p:nvSpPr>
        <p:spPr>
          <a:xfrm>
            <a:off x="457200" y="1600200"/>
            <a:ext cx="8229600" cy="4525963"/>
          </a:xfrm>
          <a:prstGeom prst="rect">
            <a:avLst/>
          </a:prstGeom>
          <a:noFill/>
          <a:ln w="9525">
            <a:noFill/>
          </a:ln>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b="1" kern="1200">
          <a:solidFill>
            <a:schemeClr val="tx2"/>
          </a:solidFill>
          <a:effectLst>
            <a:outerShdw blurRad="38100" dist="38100" dir="2700000">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Garamond" panose="02020404030301010803" pitchFamily="18" charset="0"/>
          <a:ea typeface="宋体" panose="02010600030101010101" pitchFamily="2" charset="-122"/>
        </a:defRPr>
      </a:lvl5pPr>
      <a:lvl6pPr marL="457200" algn="ctr" rtl="0" eaLnBrk="1" fontAlgn="base" hangingPunct="1">
        <a:spcBef>
          <a:spcPct val="0"/>
        </a:spcBef>
        <a:spcAft>
          <a:spcPct val="0"/>
        </a:spcAft>
        <a:defRPr sz="4400" b="1">
          <a:solidFill>
            <a:schemeClr val="tx2"/>
          </a:solidFill>
          <a:latin typeface="Garamond" panose="02020404030301010803" pitchFamily="18" charset="0"/>
          <a:ea typeface="宋体" panose="02010600030101010101" pitchFamily="2" charset="-122"/>
        </a:defRPr>
      </a:lvl6pPr>
      <a:lvl7pPr marL="914400" algn="ctr" rtl="0" eaLnBrk="1" fontAlgn="base" hangingPunct="1">
        <a:spcBef>
          <a:spcPct val="0"/>
        </a:spcBef>
        <a:spcAft>
          <a:spcPct val="0"/>
        </a:spcAft>
        <a:defRPr sz="4400" b="1">
          <a:solidFill>
            <a:schemeClr val="tx2"/>
          </a:solidFill>
          <a:latin typeface="Garamond" panose="02020404030301010803" pitchFamily="18" charset="0"/>
          <a:ea typeface="宋体" panose="02010600030101010101" pitchFamily="2" charset="-122"/>
        </a:defRPr>
      </a:lvl7pPr>
      <a:lvl8pPr marL="1371600" algn="ctr" rtl="0" eaLnBrk="1" fontAlgn="base" hangingPunct="1">
        <a:spcBef>
          <a:spcPct val="0"/>
        </a:spcBef>
        <a:spcAft>
          <a:spcPct val="0"/>
        </a:spcAft>
        <a:defRPr sz="4400" b="1">
          <a:solidFill>
            <a:schemeClr val="tx2"/>
          </a:solidFill>
          <a:latin typeface="Garamond" panose="02020404030301010803" pitchFamily="18" charset="0"/>
          <a:ea typeface="宋体" panose="02010600030101010101" pitchFamily="2" charset="-122"/>
        </a:defRPr>
      </a:lvl8pPr>
      <a:lvl9pPr marL="1828800" algn="ctr" rtl="0" eaLnBrk="1" fontAlgn="base" hangingPunct="1">
        <a:spcBef>
          <a:spcPct val="0"/>
        </a:spcBef>
        <a:spcAft>
          <a:spcPct val="0"/>
        </a:spcAft>
        <a:defRPr sz="4400" b="1">
          <a:solidFill>
            <a:schemeClr val="tx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outerShdw blurRad="38100" dist="38100" dir="2700000">
              <a:srgbClr val="000000"/>
            </a:outerShdw>
          </a:effectLst>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outerShdw blurRad="38100" dist="38100" dir="2700000">
              <a:srgbClr val="000000"/>
            </a:outerShdw>
          </a:effectLst>
          <a:latin typeface="+mn-lt"/>
          <a:ea typeface="+mn-ea"/>
          <a:cs typeface="+mn-cs"/>
        </a:defRPr>
      </a:lvl2pPr>
      <a:lvl3pPr marL="1143000" lvl="2" indent="-228600" algn="l" rtl="0" eaLnBrk="0" fontAlgn="base" hangingPunct="0">
        <a:spcBef>
          <a:spcPct val="20000"/>
        </a:spcBef>
        <a:spcAft>
          <a:spcPct val="0"/>
        </a:spcAft>
        <a:buClr>
          <a:schemeClr val="tx2"/>
        </a:buClr>
        <a:buSzPct val="70000"/>
        <a:buFont typeface="Wingdings" panose="05000000000000000000" pitchFamily="2" charset="2"/>
        <a:buChar char="n"/>
        <a:defRPr sz="2400" kern="1200">
          <a:solidFill>
            <a:schemeClr val="tx1"/>
          </a:solidFill>
          <a:effectLst>
            <a:outerShdw blurRad="38100" dist="38100" dir="2700000">
              <a:srgbClr val="000000"/>
            </a:outerShdw>
          </a:effectLst>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outerShdw blurRad="38100" dist="38100" dir="2700000">
              <a:srgbClr val="000000"/>
            </a:outerShdw>
          </a:effectLst>
          <a:latin typeface="+mn-lt"/>
          <a:ea typeface="+mn-ea"/>
          <a:cs typeface="+mn-cs"/>
        </a:defRPr>
      </a:lvl4pPr>
      <a:lvl5pPr marL="2057400" lvl="4" indent="-228600" algn="l" rtl="0" eaLnBrk="0" fontAlgn="base" hangingPunct="0">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sz="2000" b="0" i="0" u="none" kern="1200" baseline="0">
          <a:solidFill>
            <a:schemeClr val="tx1"/>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sz="2000" b="0" i="0" u="none" kern="1200" baseline="0">
          <a:solidFill>
            <a:schemeClr val="tx1"/>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sz="2000" b="0" i="0" u="none" kern="1200" baseline="0">
          <a:solidFill>
            <a:schemeClr val="tx1"/>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sz="2000" b="0" i="0" u="none" kern="1200" baseline="0">
          <a:solidFill>
            <a:schemeClr val="tx1"/>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hyperlink" Target="https://baike.baidu.com/item/%E8%AE%A1%E7%AE%97%E6%9C%BA%E8%BD%AF%E4%BB%B6/223688" TargetMode="External"/><Relationship Id="rId3" Type="http://schemas.openxmlformats.org/officeDocument/2006/relationships/hyperlink" Target="https://baike.baidu.com/item/%E4%BD%93%E7%B3%BB%E7%BB%93%E6%9E%84" TargetMode="External"/><Relationship Id="rId2" Type="http://schemas.openxmlformats.org/officeDocument/2006/relationships/hyperlink" Target="https://baike.baidu.com/item/%E8%8D%89%E5%9B%BE/1913312" TargetMode="External"/><Relationship Id="rId1" Type="http://schemas.openxmlformats.org/officeDocument/2006/relationships/hyperlink" Target="https://baike.baidu.com/item/%E8%BD%AF%E4%BB%B6%E7%B3%BB%E7%BB%9F/224122" TargetMode="Externa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标题 4097"/>
          <p:cNvSpPr>
            <a:spLocks noGrp="1" noRot="1"/>
          </p:cNvSpPr>
          <p:nvPr>
            <p:ph type="ctrTitle"/>
          </p:nvPr>
        </p:nvSpPr>
        <p:spPr>
          <a:xfrm>
            <a:off x="762000" y="2514600"/>
            <a:ext cx="7340600" cy="1212850"/>
          </a:xfrm>
        </p:spPr>
        <p:txBody>
          <a:bodyPr vert="horz" wrap="square" lIns="91440" tIns="45720" rIns="91440" bIns="45720" numCol="1" anchor="b"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br>
              <a:rPr kumimoji="0" lang="en-US" altLang="zh-CN" sz="7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br>
            <a:r>
              <a:rPr kumimoji="0" lang="zh-CN" altLang="en-US" sz="7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软件课程设计 </a:t>
            </a:r>
            <a:r>
              <a:rPr kumimoji="0" lang="en-US" altLang="zh-CN" sz="7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I</a:t>
            </a:r>
            <a:endParaRPr kumimoji="0" lang="en-US" altLang="zh-CN" sz="7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5121"/>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目的和意义</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5123" name="文本占位符 5122"/>
          <p:cNvSpPr>
            <a:spLocks noGrp="1" noRot="1"/>
          </p:cNvSpPr>
          <p:nvPr>
            <p:ph idx="1" hasCustomPrompt="1"/>
          </p:nvPr>
        </p:nvSpPr>
        <p:spPr/>
        <p:txBody>
          <a:bodyPr/>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目的：</a:t>
            </a:r>
            <a:endPar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   将学过的编程技术、数据库（</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 MySQL</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MS SQLServer</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 </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）、软件工程需求分析、设计和测试方法及数据库访问技术知识融会贯通、整理、提升及扩展；</a:t>
            </a:r>
            <a:endPar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意义：</a:t>
            </a:r>
            <a:endPar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综合性、设计性要求高</a:t>
            </a:r>
            <a:endParaRPr kumimoji="0" lang="zh-CN" altLang="en-US" sz="28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分析能力、动手实践能力</a:t>
            </a:r>
            <a:endParaRPr kumimoji="0" lang="zh-CN" altLang="en-US" sz="28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培养</a:t>
            </a:r>
            <a:r>
              <a:rPr kumimoji="0" lang="zh-CN" altLang="en-US" sz="2800" b="0" i="0" u="none" strike="noStrike" kern="1200" cap="none" spc="0" normalizeH="0" baseline="0" noProof="1">
                <a:ln>
                  <a:noFill/>
                </a:ln>
                <a:solidFill>
                  <a:srgbClr val="FF3300"/>
                </a:solidFill>
                <a:effectLst>
                  <a:outerShdw blurRad="38100" dist="38100" dir="2700000">
                    <a:srgbClr val="000000"/>
                  </a:outerShdw>
                </a:effectLst>
                <a:uLnTx/>
                <a:uFillTx/>
                <a:latin typeface="+mn-lt"/>
                <a:ea typeface="+mn-ea"/>
                <a:cs typeface="+mn-cs"/>
              </a:rPr>
              <a:t>团队协作</a:t>
            </a:r>
            <a:r>
              <a:rPr kumimoji="0" lang="zh-CN" altLang="en-US" sz="28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能力、增强学习</a:t>
            </a:r>
            <a:r>
              <a:rPr kumimoji="0" lang="zh-CN" altLang="en-US" sz="2800" b="0" i="0" u="none" strike="noStrike" kern="1200" cap="none" spc="0" normalizeH="0" baseline="0" noProof="1">
                <a:ln>
                  <a:noFill/>
                </a:ln>
                <a:solidFill>
                  <a:srgbClr val="FF3300"/>
                </a:solidFill>
                <a:effectLst>
                  <a:outerShdw blurRad="38100" dist="38100" dir="2700000">
                    <a:srgbClr val="000000"/>
                  </a:outerShdw>
                </a:effectLst>
                <a:uLnTx/>
                <a:uFillTx/>
                <a:latin typeface="+mn-lt"/>
                <a:ea typeface="+mn-ea"/>
                <a:cs typeface="+mn-cs"/>
              </a:rPr>
              <a:t>主动性</a:t>
            </a:r>
            <a:endParaRPr kumimoji="0" lang="zh-CN" altLang="en-US" sz="28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23">
                                            <p:txEl>
                                              <p:charRg st="0" end="4"/>
                                            </p:txEl>
                                          </p:spTgt>
                                        </p:tgtEl>
                                        <p:attrNameLst>
                                          <p:attrName>style.visibility</p:attrName>
                                        </p:attrNameLst>
                                      </p:cBhvr>
                                      <p:to>
                                        <p:strVal val="visible"/>
                                      </p:to>
                                    </p:set>
                                    <p:anim calcmode="lin" valueType="num">
                                      <p:cBhvr additive="base">
                                        <p:cTn id="7" dur="500" fill="hold"/>
                                        <p:tgtEl>
                                          <p:spTgt spid="5123">
                                            <p:txEl>
                                              <p:charRg st="0" end="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3">
                                            <p:txEl>
                                              <p:charRg st="0" end="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123">
                                            <p:txEl>
                                              <p:charRg st="4" end="85"/>
                                            </p:txEl>
                                          </p:spTgt>
                                        </p:tgtEl>
                                        <p:attrNameLst>
                                          <p:attrName>style.visibility</p:attrName>
                                        </p:attrNameLst>
                                      </p:cBhvr>
                                      <p:to>
                                        <p:strVal val="visible"/>
                                      </p:to>
                                    </p:set>
                                    <p:anim calcmode="lin" valueType="num">
                                      <p:cBhvr additive="base">
                                        <p:cTn id="13" dur="500" fill="hold"/>
                                        <p:tgtEl>
                                          <p:spTgt spid="5123">
                                            <p:txEl>
                                              <p:charRg st="4" end="8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charRg st="4" end="85"/>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123">
                                            <p:txEl>
                                              <p:charRg st="85" end="89"/>
                                            </p:txEl>
                                          </p:spTgt>
                                        </p:tgtEl>
                                        <p:attrNameLst>
                                          <p:attrName>style.visibility</p:attrName>
                                        </p:attrNameLst>
                                      </p:cBhvr>
                                      <p:to>
                                        <p:strVal val="visible"/>
                                      </p:to>
                                    </p:set>
                                    <p:anim calcmode="lin" valueType="num">
                                      <p:cBhvr additive="base">
                                        <p:cTn id="19" dur="500" fill="hold"/>
                                        <p:tgtEl>
                                          <p:spTgt spid="5123">
                                            <p:txEl>
                                              <p:charRg st="85" end="8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3">
                                            <p:txEl>
                                              <p:charRg st="85" end="89"/>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5123">
                                            <p:txEl>
                                              <p:charRg st="89" end="100"/>
                                            </p:txEl>
                                          </p:spTgt>
                                        </p:tgtEl>
                                        <p:attrNameLst>
                                          <p:attrName>style.visibility</p:attrName>
                                        </p:attrNameLst>
                                      </p:cBhvr>
                                      <p:to>
                                        <p:strVal val="visible"/>
                                      </p:to>
                                    </p:set>
                                    <p:anim calcmode="lin" valueType="num">
                                      <p:cBhvr additive="base">
                                        <p:cTn id="23" dur="500" fill="hold"/>
                                        <p:tgtEl>
                                          <p:spTgt spid="5123">
                                            <p:txEl>
                                              <p:charRg st="89" end="10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123">
                                            <p:txEl>
                                              <p:charRg st="89" end="100"/>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5123">
                                            <p:txEl>
                                              <p:charRg st="100" end="112"/>
                                            </p:txEl>
                                          </p:spTgt>
                                        </p:tgtEl>
                                        <p:attrNameLst>
                                          <p:attrName>style.visibility</p:attrName>
                                        </p:attrNameLst>
                                      </p:cBhvr>
                                      <p:to>
                                        <p:strVal val="visible"/>
                                      </p:to>
                                    </p:set>
                                    <p:anim calcmode="lin" valueType="num">
                                      <p:cBhvr additive="base">
                                        <p:cTn id="27" dur="500" fill="hold"/>
                                        <p:tgtEl>
                                          <p:spTgt spid="5123">
                                            <p:txEl>
                                              <p:charRg st="100" end="112"/>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123">
                                            <p:txEl>
                                              <p:charRg st="100" end="112"/>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5123">
                                            <p:txEl>
                                              <p:charRg st="112" end="129"/>
                                            </p:txEl>
                                          </p:spTgt>
                                        </p:tgtEl>
                                        <p:attrNameLst>
                                          <p:attrName>style.visibility</p:attrName>
                                        </p:attrNameLst>
                                      </p:cBhvr>
                                      <p:to>
                                        <p:strVal val="visible"/>
                                      </p:to>
                                    </p:set>
                                    <p:anim calcmode="lin" valueType="num">
                                      <p:cBhvr additive="base">
                                        <p:cTn id="31" dur="500" fill="hold"/>
                                        <p:tgtEl>
                                          <p:spTgt spid="5123">
                                            <p:txEl>
                                              <p:charRg st="112" end="129"/>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123">
                                            <p:txEl>
                                              <p:charRg st="112" end="12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614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内容</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6147" name="文本占位符 6146"/>
          <p:cNvSpPr>
            <a:spLocks noGrp="1" noRot="1"/>
          </p:cNvSpPr>
          <p:nvPr>
            <p:ph idx="1" hasCustomPrompt="1"/>
          </p:nvPr>
        </p:nvSpPr>
        <p:spPr>
          <a:xfrm>
            <a:off x="762000" y="1447800"/>
            <a:ext cx="7696200" cy="4114800"/>
          </a:xfr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MVC</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设计模式体现</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J2EE</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编程的多层架构思想；</a:t>
            </a:r>
            <a:endPar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数据访问层：数据库编程</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SQL</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，及数据访问构架</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Hibernate </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或</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Mybatis </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之一</a:t>
            </a:r>
            <a:endPar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业务逻辑层：</a:t>
            </a:r>
            <a:r>
              <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Java</a:t>
            </a: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编程，核心业务逻辑</a:t>
            </a:r>
            <a:endPar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rPr>
              <a:t>表示层：至少采用一种</a:t>
            </a:r>
            <a:r>
              <a:rPr kumimoji="0" lang="zh-CN" altLang="en-US" sz="3200" b="0" i="0" u="none" strike="noStrike" kern="1200" cap="none" spc="0" normalizeH="0" baseline="0" noProof="0" dirty="0">
                <a:ln>
                  <a:noFill/>
                </a:ln>
                <a:solidFill>
                  <a:srgbClr val="FFFF00"/>
                </a:solidFill>
                <a:effectLst>
                  <a:outerShdw blurRad="38100" dist="38100" dir="2700000">
                    <a:srgbClr val="000000"/>
                  </a:outerShdw>
                </a:effectLst>
                <a:uLnTx/>
                <a:uFillTx/>
                <a:latin typeface="+mn-lt"/>
                <a:ea typeface="+mn-ea"/>
                <a:cs typeface="+mn-cs"/>
              </a:rPr>
              <a:t>主流前端框架</a:t>
            </a:r>
            <a:endParaRPr kumimoji="0" lang="en-US" altLang="zh-CN" sz="3200" b="0" i="0" u="none" strike="noStrike" kern="1200" cap="none" spc="0" normalizeH="0" baseline="0" noProof="1">
              <a:ln>
                <a:noFill/>
              </a:ln>
              <a:solidFill>
                <a:srgbClr val="FFFF00"/>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47">
                                            <p:txEl>
                                              <p:charRg st="0" end="24"/>
                                            </p:txEl>
                                          </p:spTgt>
                                        </p:tgtEl>
                                        <p:attrNameLst>
                                          <p:attrName>style.visibility</p:attrName>
                                        </p:attrNameLst>
                                      </p:cBhvr>
                                      <p:to>
                                        <p:strVal val="visible"/>
                                      </p:to>
                                    </p:set>
                                    <p:anim calcmode="lin" valueType="num">
                                      <p:cBhvr additive="base">
                                        <p:cTn id="7" dur="500" fill="hold"/>
                                        <p:tgtEl>
                                          <p:spTgt spid="6147">
                                            <p:txEl>
                                              <p:charRg st="0" end="2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7">
                                            <p:txEl>
                                              <p:charRg st="0" end="2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147">
                                            <p:txEl>
                                              <p:charRg st="24" end="68"/>
                                            </p:txEl>
                                          </p:spTgt>
                                        </p:tgtEl>
                                        <p:attrNameLst>
                                          <p:attrName>style.visibility</p:attrName>
                                        </p:attrNameLst>
                                      </p:cBhvr>
                                      <p:to>
                                        <p:strVal val="visible"/>
                                      </p:to>
                                    </p:set>
                                    <p:anim calcmode="lin" valueType="num">
                                      <p:cBhvr additive="base">
                                        <p:cTn id="13" dur="500" fill="hold"/>
                                        <p:tgtEl>
                                          <p:spTgt spid="6147">
                                            <p:txEl>
                                              <p:charRg st="24" end="68"/>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47">
                                            <p:txEl>
                                              <p:charRg st="24" end="68"/>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147">
                                            <p:txEl>
                                              <p:charRg st="68" end="88"/>
                                            </p:txEl>
                                          </p:spTgt>
                                        </p:tgtEl>
                                        <p:attrNameLst>
                                          <p:attrName>style.visibility</p:attrName>
                                        </p:attrNameLst>
                                      </p:cBhvr>
                                      <p:to>
                                        <p:strVal val="visible"/>
                                      </p:to>
                                    </p:set>
                                    <p:anim calcmode="lin" valueType="num">
                                      <p:cBhvr additive="base">
                                        <p:cTn id="19" dur="500" fill="hold"/>
                                        <p:tgtEl>
                                          <p:spTgt spid="6147">
                                            <p:txEl>
                                              <p:charRg st="68" end="8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47">
                                            <p:txEl>
                                              <p:charRg st="68" end="88"/>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147">
                                            <p:txEl>
                                              <p:charRg st="88" end="105"/>
                                            </p:txEl>
                                          </p:spTgt>
                                        </p:tgtEl>
                                        <p:attrNameLst>
                                          <p:attrName>style.visibility</p:attrName>
                                        </p:attrNameLst>
                                      </p:cBhvr>
                                      <p:to>
                                        <p:strVal val="visible"/>
                                      </p:to>
                                    </p:set>
                                    <p:anim calcmode="lin" valueType="num">
                                      <p:cBhvr additive="base">
                                        <p:cTn id="25" dur="500" fill="hold"/>
                                        <p:tgtEl>
                                          <p:spTgt spid="6147">
                                            <p:txEl>
                                              <p:charRg st="88" end="10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47">
                                            <p:txEl>
                                              <p:charRg st="88" end="10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2289"/>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分阶段实施</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2291" name="文本占位符 12290"/>
          <p:cNvSpPr>
            <a:spLocks noGrp="1" noRot="1"/>
          </p:cNvSpPr>
          <p:nvPr>
            <p:ph idx="1" hasCustomPrompt="1"/>
          </p:nvPr>
        </p:nvSpPr>
        <p:spPr>
          <a:xfrm>
            <a:off x="301625" y="1295400"/>
            <a:ext cx="8540750" cy="4422775"/>
          </a:xfrm>
        </p:spPr>
        <p:txBody>
          <a:bodyPr/>
          <a:lstStyle/>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AutoNum type="arabicPeriod"/>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自拟题目。确定小组成员（同一教学班内可以跨班</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），组长，自行拟定题目，在</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QQ</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群共享文档里填写；</a:t>
            </a:r>
            <a:endPar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None/>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每组</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1-3</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名同学</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None/>
              <a:defRPr/>
            </a:pPr>
            <a:r>
              <a:rPr kumimoji="0" lang="en-US" altLang="zh-CN" sz="3200" b="1"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rPr>
              <a:t>      </a:t>
            </a:r>
            <a:r>
              <a:rPr kumimoji="0" lang="zh-CN" altLang="en-US" sz="3200" b="1"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rPr>
              <a:t>注意：不要做静态网页，要有数据后端</a:t>
            </a:r>
            <a:endParaRPr kumimoji="0" lang="zh-CN" altLang="en-US" sz="3200" b="1"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None/>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提交时间节点：见</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QQ</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群</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291">
                                            <p:txEl>
                                              <p:charRg st="0" end="48"/>
                                            </p:txEl>
                                          </p:spTgt>
                                        </p:tgtEl>
                                        <p:attrNameLst>
                                          <p:attrName>style.visibility</p:attrName>
                                        </p:attrNameLst>
                                      </p:cBhvr>
                                      <p:to>
                                        <p:strVal val="visible"/>
                                      </p:to>
                                    </p:set>
                                    <p:anim calcmode="lin" valueType="num">
                                      <p:cBhvr additive="base">
                                        <p:cTn id="7" dur="500" fill="hold"/>
                                        <p:tgtEl>
                                          <p:spTgt spid="12291">
                                            <p:txEl>
                                              <p:charRg st="0" end="4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1">
                                            <p:txEl>
                                              <p:charRg st="0" end="4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291">
                                            <p:txEl>
                                              <p:charRg st="48" end="62"/>
                                            </p:txEl>
                                          </p:spTgt>
                                        </p:tgtEl>
                                        <p:attrNameLst>
                                          <p:attrName>style.visibility</p:attrName>
                                        </p:attrNameLst>
                                      </p:cBhvr>
                                      <p:to>
                                        <p:strVal val="visible"/>
                                      </p:to>
                                    </p:set>
                                    <p:anim calcmode="lin" valueType="num">
                                      <p:cBhvr additive="base">
                                        <p:cTn id="13" dur="500" fill="hold"/>
                                        <p:tgtEl>
                                          <p:spTgt spid="12291">
                                            <p:txEl>
                                              <p:charRg st="48" end="6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1">
                                            <p:txEl>
                                              <p:charRg st="48" end="6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291">
                                            <p:txEl>
                                              <p:charRg st="62" end="86"/>
                                            </p:txEl>
                                          </p:spTgt>
                                        </p:tgtEl>
                                        <p:attrNameLst>
                                          <p:attrName>style.visibility</p:attrName>
                                        </p:attrNameLst>
                                      </p:cBhvr>
                                      <p:to>
                                        <p:strVal val="visible"/>
                                      </p:to>
                                    </p:set>
                                    <p:anim calcmode="lin" valueType="num">
                                      <p:cBhvr additive="base">
                                        <p:cTn id="19" dur="500" fill="hold"/>
                                        <p:tgtEl>
                                          <p:spTgt spid="12291">
                                            <p:txEl>
                                              <p:charRg st="62" end="8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91">
                                            <p:txEl>
                                              <p:charRg st="62" end="86"/>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291">
                                            <p:txEl>
                                              <p:charRg st="86" end="98"/>
                                            </p:txEl>
                                          </p:spTgt>
                                        </p:tgtEl>
                                        <p:attrNameLst>
                                          <p:attrName>style.visibility</p:attrName>
                                        </p:attrNameLst>
                                      </p:cBhvr>
                                      <p:to>
                                        <p:strVal val="visible"/>
                                      </p:to>
                                    </p:set>
                                    <p:anim calcmode="lin" valueType="num">
                                      <p:cBhvr additive="base">
                                        <p:cTn id="25" dur="500" fill="hold"/>
                                        <p:tgtEl>
                                          <p:spTgt spid="12291">
                                            <p:txEl>
                                              <p:charRg st="86" end="98"/>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91">
                                            <p:txEl>
                                              <p:charRg st="86" end="9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91137"/>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分阶段实施</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91139" name="文本占位符 91138"/>
          <p:cNvSpPr>
            <a:spLocks noGrp="1" noRot="1"/>
          </p:cNvSpPr>
          <p:nvPr>
            <p:ph idx="1" hasCustomPrompt="1"/>
          </p:nvPr>
        </p:nvSpPr>
        <p:spPr>
          <a:xfrm>
            <a:off x="301625" y="1676400"/>
            <a:ext cx="8613775" cy="4724400"/>
          </a:xfrm>
        </p:spPr>
        <p:txBody>
          <a:bodyPr/>
          <a:lstStyle/>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AutoNum type="arabicPeriod" startAt="2"/>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需求分析与设计阶段。梳理出每个课题的具体需求，完成需求分析，并编写详细设计说明书，包括；功能需求描述</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数据库设计（</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ER</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、表结构）、系统结构，主要模块功能，给出用例图，场景图等。</a:t>
            </a:r>
            <a:endPar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None/>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阶段成果：需求分析与详细设计书（格式参照群文件模版）</a:t>
            </a:r>
            <a:endPar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None/>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a:t>
            </a:r>
            <a:endPar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139">
                                            <p:txEl>
                                              <p:charRg st="0" end="89"/>
                                            </p:txEl>
                                          </p:spTgt>
                                        </p:tgtEl>
                                        <p:attrNameLst>
                                          <p:attrName>style.visibility</p:attrName>
                                        </p:attrNameLst>
                                      </p:cBhvr>
                                      <p:to>
                                        <p:strVal val="visible"/>
                                      </p:to>
                                    </p:set>
                                    <p:anim calcmode="lin" valueType="num">
                                      <p:cBhvr additive="base">
                                        <p:cTn id="7" dur="500" fill="hold"/>
                                        <p:tgtEl>
                                          <p:spTgt spid="91139">
                                            <p:txEl>
                                              <p:charRg st="0" end="8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139">
                                            <p:txEl>
                                              <p:charRg st="0" end="8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1139">
                                            <p:txEl>
                                              <p:charRg st="89" end="121"/>
                                            </p:txEl>
                                          </p:spTgt>
                                        </p:tgtEl>
                                        <p:attrNameLst>
                                          <p:attrName>style.visibility</p:attrName>
                                        </p:attrNameLst>
                                      </p:cBhvr>
                                      <p:to>
                                        <p:strVal val="visible"/>
                                      </p:to>
                                    </p:set>
                                    <p:anim calcmode="lin" valueType="num">
                                      <p:cBhvr additive="base">
                                        <p:cTn id="13" dur="500" fill="hold"/>
                                        <p:tgtEl>
                                          <p:spTgt spid="91139">
                                            <p:txEl>
                                              <p:charRg st="89" end="12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139">
                                            <p:txEl>
                                              <p:charRg st="89" end="12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1139">
                                            <p:txEl>
                                              <p:charRg st="121" end="127"/>
                                            </p:txEl>
                                          </p:spTgt>
                                        </p:tgtEl>
                                        <p:attrNameLst>
                                          <p:attrName>style.visibility</p:attrName>
                                        </p:attrNameLst>
                                      </p:cBhvr>
                                      <p:to>
                                        <p:strVal val="visible"/>
                                      </p:to>
                                    </p:set>
                                    <p:anim calcmode="lin" valueType="num">
                                      <p:cBhvr additive="base">
                                        <p:cTn id="19" dur="500" fill="hold"/>
                                        <p:tgtEl>
                                          <p:spTgt spid="91139">
                                            <p:txEl>
                                              <p:charRg st="121" end="12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1139">
                                            <p:txEl>
                                              <p:charRg st="121" end="12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96257"/>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分阶段实施</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96259" name="文本占位符 96258"/>
          <p:cNvSpPr>
            <a:spLocks noGrp="1" noRot="1"/>
          </p:cNvSpPr>
          <p:nvPr>
            <p:ph idx="1" hasCustomPrompt="1"/>
          </p:nvPr>
        </p:nvSpPr>
        <p:spPr/>
        <p:txBody>
          <a:bodyPr>
            <a:normAutofit/>
          </a:bodyPr>
          <a:lstStyle/>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AutoNum type="arabicPeriod" startAt="3"/>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编码实现。学生成果为与需求切合，且可正常运行的源代码。建议采用</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IDE</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、自动化的工程编译部署工具如</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ant</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，引导学生建立单元测试的思想，进行功能测试，有能力的学生可考虑性能测试。</a:t>
            </a:r>
            <a:endPar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None/>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a:t>
            </a:r>
            <a:r>
              <a:rPr kumimoji="0" lang="zh-CN" altLang="en-US" sz="2800" b="1"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成果：</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打包后的源程序，需包含数据库设计的</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sql</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文件，包含所有需要的第三方</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jar</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包，易于直接部署运行</a:t>
            </a:r>
            <a:endPar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259">
                                            <p:txEl>
                                              <p:charRg st="0" end="88"/>
                                            </p:txEl>
                                          </p:spTgt>
                                        </p:tgtEl>
                                        <p:attrNameLst>
                                          <p:attrName>style.visibility</p:attrName>
                                        </p:attrNameLst>
                                      </p:cBhvr>
                                      <p:to>
                                        <p:strVal val="visible"/>
                                      </p:to>
                                    </p:set>
                                    <p:anim calcmode="lin" valueType="num">
                                      <p:cBhvr additive="base">
                                        <p:cTn id="7" dur="500" fill="hold"/>
                                        <p:tgtEl>
                                          <p:spTgt spid="96259">
                                            <p:txEl>
                                              <p:charRg st="0" end="8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charRg st="0" end="8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6259">
                                            <p:txEl>
                                              <p:charRg st="88" end="144"/>
                                            </p:txEl>
                                          </p:spTgt>
                                        </p:tgtEl>
                                        <p:attrNameLst>
                                          <p:attrName>style.visibility</p:attrName>
                                        </p:attrNameLst>
                                      </p:cBhvr>
                                      <p:to>
                                        <p:strVal val="visible"/>
                                      </p:to>
                                    </p:set>
                                    <p:anim calcmode="lin" valueType="num">
                                      <p:cBhvr additive="base">
                                        <p:cTn id="13" dur="500" fill="hold"/>
                                        <p:tgtEl>
                                          <p:spTgt spid="96259">
                                            <p:txEl>
                                              <p:charRg st="88" end="14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6259">
                                            <p:txEl>
                                              <p:charRg st="88" end="14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92161"/>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分阶段实施</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92163" name="文本占位符 92162"/>
          <p:cNvSpPr>
            <a:spLocks noGrp="1" noRot="1"/>
          </p:cNvSpPr>
          <p:nvPr>
            <p:ph idx="1" hasCustomPrompt="1"/>
          </p:nvPr>
        </p:nvSpPr>
        <p:spPr/>
        <p:txBody>
          <a:bodyPr>
            <a:normAutofit/>
          </a:bodyPr>
          <a:lstStyle/>
          <a:p>
            <a:pPr marL="609600" marR="0" lvl="0" indent="-609600" algn="l" defTabSz="914400" rtl="0" eaLnBrk="1" fontAlgn="base" latinLnBrk="0" hangingPunct="1">
              <a:lnSpc>
                <a:spcPct val="90000"/>
              </a:lnSpc>
              <a:spcBef>
                <a:spcPct val="20000"/>
              </a:spcBef>
              <a:spcAft>
                <a:spcPct val="0"/>
              </a:spcAft>
              <a:buClr>
                <a:srgbClr val="FF3300"/>
              </a:buClr>
              <a:buSzPct val="70000"/>
              <a:buFont typeface="Wingdings" panose="05000000000000000000" pitchFamily="2" charset="2"/>
              <a:buAutoNum type="arabicPeriod" startAt="4"/>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优化、撰写总报告和个人小结。</a:t>
            </a:r>
            <a:endPar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rgbClr val="FF3300"/>
              </a:buClr>
              <a:buSzPct val="70000"/>
              <a:buFont typeface="Wingdings" panose="05000000000000000000" pitchFamily="2" charset="2"/>
              <a:buNone/>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提交成果：设计报告、个人小结（见模版）和打包后的源程序。</a:t>
            </a:r>
            <a:endPar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rgbClr val="FF3300"/>
              </a:buClr>
              <a:buSzPct val="70000"/>
              <a:buFont typeface="Wingdings" panose="05000000000000000000" pitchFamily="2" charset="2"/>
              <a:buNone/>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提交时间节点：预计</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9</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月中下旬，</a:t>
            </a:r>
            <a:r>
              <a:rPr lang="zh-CN" altLang="en-US" sz="2800">
                <a:ln>
                  <a:noFill/>
                </a:ln>
                <a:uLnTx/>
                <a:uFillTx/>
                <a:sym typeface="+mn-ea"/>
              </a:rPr>
              <a:t>具体时间关注群里通知</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rgbClr val="FF3300"/>
              </a:buClr>
              <a:buSzPct val="70000"/>
              <a:buFont typeface="Wingdings" panose="05000000000000000000" pitchFamily="2" charset="2"/>
              <a:buAutoNum type="arabicPeriod" startAt="5"/>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演示和答辩。</a:t>
            </a:r>
            <a:endPar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rgbClr val="FF3300"/>
              </a:buClr>
              <a:buSzPct val="70000"/>
              <a:buFont typeface="Wingdings" panose="05000000000000000000" pitchFamily="2" charset="2"/>
              <a:buNone/>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形式：每个一组派一名代表演示程序，并回答问题（可以不止</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1</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名同学回答） </a:t>
            </a:r>
            <a:endPar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rgbClr val="FF3300"/>
              </a:buClr>
              <a:buSzPct val="70000"/>
              <a:buFont typeface="Wingdings" panose="05000000000000000000" pitchFamily="2" charset="2"/>
              <a:buNone/>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2163">
                                            <p:txEl>
                                              <p:charRg st="0" end="15"/>
                                            </p:txEl>
                                          </p:spTgt>
                                        </p:tgtEl>
                                        <p:attrNameLst>
                                          <p:attrName>style.visibility</p:attrName>
                                        </p:attrNameLst>
                                      </p:cBhvr>
                                      <p:to>
                                        <p:strVal val="visible"/>
                                      </p:to>
                                    </p:set>
                                    <p:anim calcmode="lin" valueType="num">
                                      <p:cBhvr additive="base">
                                        <p:cTn id="7" dur="500" fill="hold"/>
                                        <p:tgtEl>
                                          <p:spTgt spid="92163">
                                            <p:txEl>
                                              <p:charRg st="0" end="1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163">
                                            <p:txEl>
                                              <p:charRg st="0" end="1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2163">
                                            <p:txEl>
                                              <p:charRg st="15" end="49"/>
                                            </p:txEl>
                                          </p:spTgt>
                                        </p:tgtEl>
                                        <p:attrNameLst>
                                          <p:attrName>style.visibility</p:attrName>
                                        </p:attrNameLst>
                                      </p:cBhvr>
                                      <p:to>
                                        <p:strVal val="visible"/>
                                      </p:to>
                                    </p:set>
                                    <p:anim calcmode="lin" valueType="num">
                                      <p:cBhvr additive="base">
                                        <p:cTn id="13" dur="500" fill="hold"/>
                                        <p:tgtEl>
                                          <p:spTgt spid="92163">
                                            <p:txEl>
                                              <p:charRg st="15" end="49"/>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2163">
                                            <p:txEl>
                                              <p:charRg st="15" end="49"/>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2163">
                                            <p:txEl>
                                              <p:charRg st="49" end="71"/>
                                            </p:txEl>
                                          </p:spTgt>
                                        </p:tgtEl>
                                        <p:attrNameLst>
                                          <p:attrName>style.visibility</p:attrName>
                                        </p:attrNameLst>
                                      </p:cBhvr>
                                      <p:to>
                                        <p:strVal val="visible"/>
                                      </p:to>
                                    </p:set>
                                    <p:anim calcmode="lin" valueType="num">
                                      <p:cBhvr additive="base">
                                        <p:cTn id="19" dur="500" fill="hold"/>
                                        <p:tgtEl>
                                          <p:spTgt spid="92163">
                                            <p:txEl>
                                              <p:charRg st="49" end="7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2163">
                                            <p:txEl>
                                              <p:charRg st="49" end="7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92163">
                                            <p:txEl>
                                              <p:charRg st="71" end="78"/>
                                            </p:txEl>
                                          </p:spTgt>
                                        </p:tgtEl>
                                        <p:attrNameLst>
                                          <p:attrName>style.visibility</p:attrName>
                                        </p:attrNameLst>
                                      </p:cBhvr>
                                      <p:to>
                                        <p:strVal val="visible"/>
                                      </p:to>
                                    </p:set>
                                    <p:anim calcmode="lin" valueType="num">
                                      <p:cBhvr additive="base">
                                        <p:cTn id="25" dur="500" fill="hold"/>
                                        <p:tgtEl>
                                          <p:spTgt spid="92163">
                                            <p:txEl>
                                              <p:charRg st="71" end="78"/>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2163">
                                            <p:txEl>
                                              <p:charRg st="71" end="78"/>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92163">
                                            <p:txEl>
                                              <p:charRg st="78" end="119"/>
                                            </p:txEl>
                                          </p:spTgt>
                                        </p:tgtEl>
                                        <p:attrNameLst>
                                          <p:attrName>style.visibility</p:attrName>
                                        </p:attrNameLst>
                                      </p:cBhvr>
                                      <p:to>
                                        <p:strVal val="visible"/>
                                      </p:to>
                                    </p:set>
                                    <p:anim calcmode="lin" valueType="num">
                                      <p:cBhvr additive="base">
                                        <p:cTn id="31" dur="500" fill="hold"/>
                                        <p:tgtEl>
                                          <p:spTgt spid="92163">
                                            <p:txEl>
                                              <p:charRg st="78" end="119"/>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2163">
                                            <p:txEl>
                                              <p:charRg st="78" end="119"/>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92163">
                                            <p:txEl>
                                              <p:charRg st="119" end="149"/>
                                            </p:txEl>
                                          </p:spTgt>
                                        </p:tgtEl>
                                        <p:attrNameLst>
                                          <p:attrName>style.visibility</p:attrName>
                                        </p:attrNameLst>
                                      </p:cBhvr>
                                      <p:to>
                                        <p:strVal val="visible"/>
                                      </p:to>
                                    </p:set>
                                    <p:anim calcmode="lin" valueType="num">
                                      <p:cBhvr additive="base">
                                        <p:cTn id="37" dur="500" fill="hold"/>
                                        <p:tgtEl>
                                          <p:spTgt spid="92163">
                                            <p:txEl>
                                              <p:charRg st="119" end="149"/>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2163">
                                            <p:txEl>
                                              <p:charRg st="119" end="14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7169"/>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要求</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7171" name="文本占位符 7170"/>
          <p:cNvSpPr>
            <a:spLocks noGrp="1" noRot="1"/>
          </p:cNvSpPr>
          <p:nvPr>
            <p:ph idx="1" hasCustomPrompt="1"/>
          </p:nvPr>
        </p:nvSpPr>
        <p:spPr>
          <a:xfrm>
            <a:off x="301625" y="1371600"/>
            <a:ext cx="8540750" cy="5029200"/>
          </a:xfr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在线提交：提交链接见</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QQ</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群（</a:t>
            </a:r>
            <a:r>
              <a:rPr kumimoji="0" lang="zh-CN" altLang="en-US" sz="3200" b="0"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rPr>
              <a:t>到期自动关闭，过期无法提交</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文档格式：</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pdf</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文档命名：</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报告：组号</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设计总报告，例如：</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22</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设计总报告</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.pdf</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程序源代码及可执行程序压缩包：组号</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系统名称</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.rar / .zip</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2800" b="0"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rPr>
              <a:t>不要超过</a:t>
            </a:r>
            <a:r>
              <a:rPr kumimoji="0" lang="en-US" altLang="zh-CN" sz="2800" b="0"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rPr>
              <a:t>20M</a:t>
            </a:r>
            <a:r>
              <a:rPr kumimoji="0" lang="zh-CN" altLang="en-US" sz="2800" b="0"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rPr>
              <a:t>，不要超大附件链接</a:t>
            </a:r>
            <a:endParaRPr kumimoji="0" lang="en-US" altLang="zh-CN" sz="2800" b="0"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171">
                                            <p:txEl>
                                              <p:charRg st="0" end="29"/>
                                            </p:txEl>
                                          </p:spTgt>
                                        </p:tgtEl>
                                        <p:attrNameLst>
                                          <p:attrName>style.visibility</p:attrName>
                                        </p:attrNameLst>
                                      </p:cBhvr>
                                      <p:to>
                                        <p:strVal val="visible"/>
                                      </p:to>
                                    </p:set>
                                    <p:anim calcmode="lin" valueType="num">
                                      <p:cBhvr additive="base">
                                        <p:cTn id="7" dur="500" fill="hold"/>
                                        <p:tgtEl>
                                          <p:spTgt spid="7171">
                                            <p:txEl>
                                              <p:charRg st="0" end="2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charRg st="0" end="2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171">
                                            <p:txEl>
                                              <p:charRg st="29" end="38"/>
                                            </p:txEl>
                                          </p:spTgt>
                                        </p:tgtEl>
                                        <p:attrNameLst>
                                          <p:attrName>style.visibility</p:attrName>
                                        </p:attrNameLst>
                                      </p:cBhvr>
                                      <p:to>
                                        <p:strVal val="visible"/>
                                      </p:to>
                                    </p:set>
                                    <p:anim calcmode="lin" valueType="num">
                                      <p:cBhvr additive="base">
                                        <p:cTn id="13" dur="500" fill="hold"/>
                                        <p:tgtEl>
                                          <p:spTgt spid="7171">
                                            <p:txEl>
                                              <p:charRg st="29" end="38"/>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charRg st="29" end="38"/>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171">
                                            <p:txEl>
                                              <p:charRg st="38" end="44"/>
                                            </p:txEl>
                                          </p:spTgt>
                                        </p:tgtEl>
                                        <p:attrNameLst>
                                          <p:attrName>style.visibility</p:attrName>
                                        </p:attrNameLst>
                                      </p:cBhvr>
                                      <p:to>
                                        <p:strVal val="visible"/>
                                      </p:to>
                                    </p:set>
                                    <p:anim calcmode="lin" valueType="num">
                                      <p:cBhvr additive="base">
                                        <p:cTn id="19" dur="500" fill="hold"/>
                                        <p:tgtEl>
                                          <p:spTgt spid="7171">
                                            <p:txEl>
                                              <p:charRg st="38" end="4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71">
                                            <p:txEl>
                                              <p:charRg st="38" end="44"/>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7171">
                                            <p:txEl>
                                              <p:charRg st="44" end="71"/>
                                            </p:txEl>
                                          </p:spTgt>
                                        </p:tgtEl>
                                        <p:attrNameLst>
                                          <p:attrName>style.visibility</p:attrName>
                                        </p:attrNameLst>
                                      </p:cBhvr>
                                      <p:to>
                                        <p:strVal val="visible"/>
                                      </p:to>
                                    </p:set>
                                    <p:anim calcmode="lin" valueType="num">
                                      <p:cBhvr additive="base">
                                        <p:cTn id="23" dur="500" fill="hold"/>
                                        <p:tgtEl>
                                          <p:spTgt spid="7171">
                                            <p:txEl>
                                              <p:charRg st="44" end="7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171">
                                            <p:txEl>
                                              <p:charRg st="44" end="71"/>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7171">
                                            <p:txEl>
                                              <p:charRg st="71" end="122"/>
                                            </p:txEl>
                                          </p:spTgt>
                                        </p:tgtEl>
                                        <p:attrNameLst>
                                          <p:attrName>style.visibility</p:attrName>
                                        </p:attrNameLst>
                                      </p:cBhvr>
                                      <p:to>
                                        <p:strVal val="visible"/>
                                      </p:to>
                                    </p:set>
                                    <p:anim calcmode="lin" valueType="num">
                                      <p:cBhvr additive="base">
                                        <p:cTn id="27" dur="500" fill="hold"/>
                                        <p:tgtEl>
                                          <p:spTgt spid="7171">
                                            <p:txEl>
                                              <p:charRg st="71" end="122"/>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7171">
                                            <p:txEl>
                                              <p:charRg st="71" end="12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报告要求</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p:txBody>
          <a:bodyPr>
            <a:normAutofit/>
          </a:bodyPr>
          <a:lstStyle/>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None/>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一组一份报告，包括设计报告和所有个人报告，内容如下：</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需求和目标</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None/>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业务流程图、相关模型、功能需求</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设计方案</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None/>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构件结构、主要算法设计等</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遇到的主要问题及解决方法</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大模型使用说明书</a:t>
            </a: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800100" marR="0" lvl="1"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1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使用何种大模型，如何使用大模型</a:t>
            </a:r>
            <a:endParaRPr kumimoji="0" lang="zh-CN" altLang="en-US" sz="21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团队工作分工和总代码量，个人的贡献和个人代码量</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rPr>
              <a:t>文档规范美观大方</a:t>
            </a:r>
            <a:endParaRPr kumimoji="0" lang="zh-CN" altLang="en-US" sz="2400" b="0" i="0" u="none" strike="noStrike" kern="1200" cap="none" spc="0" normalizeH="0" baseline="0" noProof="1">
              <a:ln>
                <a:noFill/>
              </a:ln>
              <a:solidFill>
                <a:srgbClr val="FF0000"/>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xEl>
                                              <p:charRg st="27" end="33"/>
                                            </p:txEl>
                                          </p:spTgt>
                                        </p:tgtEl>
                                        <p:attrNameLst>
                                          <p:attrName>style.visibility</p:attrName>
                                        </p:attrNameLst>
                                      </p:cBhvr>
                                      <p:to>
                                        <p:strVal val="visible"/>
                                      </p:to>
                                    </p:set>
                                    <p:anim calcmode="lin" valueType="num">
                                      <p:cBhvr additive="base">
                                        <p:cTn id="7" dur="500" fill="hold"/>
                                        <p:tgtEl>
                                          <p:spTgt spid="11267">
                                            <p:txEl>
                                              <p:charRg st="27" end="3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charRg st="27" end="33"/>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1267">
                                            <p:txEl>
                                              <p:charRg st="33" end="51"/>
                                            </p:txEl>
                                          </p:spTgt>
                                        </p:tgtEl>
                                        <p:attrNameLst>
                                          <p:attrName>style.visibility</p:attrName>
                                        </p:attrNameLst>
                                      </p:cBhvr>
                                      <p:to>
                                        <p:strVal val="visible"/>
                                      </p:to>
                                    </p:set>
                                    <p:anim calcmode="lin" valueType="num">
                                      <p:cBhvr additive="base">
                                        <p:cTn id="12" dur="500" fill="hold"/>
                                        <p:tgtEl>
                                          <p:spTgt spid="11267">
                                            <p:txEl>
                                              <p:charRg st="33" end="5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267">
                                            <p:txEl>
                                              <p:charRg st="33" end="5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267">
                                            <p:txEl>
                                              <p:charRg st="51" end="56"/>
                                            </p:txEl>
                                          </p:spTgt>
                                        </p:tgtEl>
                                        <p:attrNameLst>
                                          <p:attrName>style.visibility</p:attrName>
                                        </p:attrNameLst>
                                      </p:cBhvr>
                                      <p:to>
                                        <p:strVal val="visible"/>
                                      </p:to>
                                    </p:set>
                                    <p:anim calcmode="lin" valueType="num">
                                      <p:cBhvr additive="base">
                                        <p:cTn id="18" dur="500" fill="hold"/>
                                        <p:tgtEl>
                                          <p:spTgt spid="11267">
                                            <p:txEl>
                                              <p:charRg st="51" end="5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267">
                                            <p:txEl>
                                              <p:charRg st="51" end="56"/>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11267">
                                            <p:txEl>
                                              <p:charRg st="56" end="71"/>
                                            </p:txEl>
                                          </p:spTgt>
                                        </p:tgtEl>
                                        <p:attrNameLst>
                                          <p:attrName>style.visibility</p:attrName>
                                        </p:attrNameLst>
                                      </p:cBhvr>
                                      <p:to>
                                        <p:strVal val="visible"/>
                                      </p:to>
                                    </p:set>
                                    <p:anim calcmode="lin" valueType="num">
                                      <p:cBhvr additive="base">
                                        <p:cTn id="23" dur="500" fill="hold"/>
                                        <p:tgtEl>
                                          <p:spTgt spid="11267">
                                            <p:txEl>
                                              <p:charRg st="56" end="7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67">
                                            <p:txEl>
                                              <p:charRg st="56" end="7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267">
                                            <p:txEl>
                                              <p:charRg st="71" end="84"/>
                                            </p:txEl>
                                          </p:spTgt>
                                        </p:tgtEl>
                                        <p:attrNameLst>
                                          <p:attrName>style.visibility</p:attrName>
                                        </p:attrNameLst>
                                      </p:cBhvr>
                                      <p:to>
                                        <p:strVal val="visible"/>
                                      </p:to>
                                    </p:set>
                                    <p:anim calcmode="lin" valueType="num">
                                      <p:cBhvr additive="base">
                                        <p:cTn id="29" dur="500" fill="hold"/>
                                        <p:tgtEl>
                                          <p:spTgt spid="11267">
                                            <p:txEl>
                                              <p:charRg st="71" end="8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267">
                                            <p:txEl>
                                              <p:charRg st="71" end="8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267">
                                            <p:txEl>
                                              <p:charRg st="103" end="127"/>
                                            </p:txEl>
                                          </p:spTgt>
                                        </p:tgtEl>
                                        <p:attrNameLst>
                                          <p:attrName>style.visibility</p:attrName>
                                        </p:attrNameLst>
                                      </p:cBhvr>
                                      <p:to>
                                        <p:strVal val="visible"/>
                                      </p:to>
                                    </p:set>
                                    <p:anim calcmode="lin" valueType="num">
                                      <p:cBhvr additive="base">
                                        <p:cTn id="35" dur="500" fill="hold"/>
                                        <p:tgtEl>
                                          <p:spTgt spid="11267">
                                            <p:txEl>
                                              <p:charRg st="103" end="12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267">
                                            <p:txEl>
                                              <p:charRg st="103" end="12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267">
                                            <p:txEl>
                                              <p:charRg st="7" end="7"/>
                                            </p:txEl>
                                          </p:spTgt>
                                        </p:tgtEl>
                                        <p:attrNameLst>
                                          <p:attrName>style.visibility</p:attrName>
                                        </p:attrNameLst>
                                      </p:cBhvr>
                                      <p:to>
                                        <p:strVal val="visible"/>
                                      </p:to>
                                    </p:set>
                                    <p:anim calcmode="lin" valueType="num">
                                      <p:cBhvr additive="base">
                                        <p:cTn id="41" dur="500" fill="hold"/>
                                        <p:tgtEl>
                                          <p:spTgt spid="11267">
                                            <p:txEl>
                                              <p:char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267">
                                            <p:txEl>
                                              <p:char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1267">
                                            <p:txEl>
                                              <p:charRg st="7" end="7"/>
                                            </p:txEl>
                                          </p:spTgt>
                                        </p:tgtEl>
                                        <p:attrNameLst>
                                          <p:attrName>style.visibility</p:attrName>
                                        </p:attrNameLst>
                                      </p:cBhvr>
                                      <p:to>
                                        <p:strVal val="visible"/>
                                      </p:to>
                                    </p:set>
                                    <p:anim calcmode="lin" valueType="num">
                                      <p:cBhvr additive="base">
                                        <p:cTn id="47" dur="500" fill="hold"/>
                                        <p:tgtEl>
                                          <p:spTgt spid="11267">
                                            <p:txEl>
                                              <p:char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267">
                                            <p:txEl>
                                              <p:char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1267">
                                            <p:txEl>
                                              <p:charRg st="127" end="136"/>
                                            </p:txEl>
                                          </p:spTgt>
                                        </p:tgtEl>
                                        <p:attrNameLst>
                                          <p:attrName>style.visibility</p:attrName>
                                        </p:attrNameLst>
                                      </p:cBhvr>
                                      <p:to>
                                        <p:strVal val="visible"/>
                                      </p:to>
                                    </p:set>
                                    <p:anim calcmode="lin" valueType="num">
                                      <p:cBhvr additive="base">
                                        <p:cTn id="53" dur="500" fill="hold"/>
                                        <p:tgtEl>
                                          <p:spTgt spid="11267">
                                            <p:txEl>
                                              <p:charRg st="127" end="13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1267">
                                            <p:txEl>
                                              <p:charRg st="127" end="13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阶段二之需求分析</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954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目的</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     从软件开发人员的视角清晰描述自行拟定的课题，完成</a:t>
            </a:r>
            <a:r>
              <a:rPr kumimoji="0" lang="zh-CN" altLang="en-US" sz="3200" b="1" i="0" u="sng"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系统需求规格说明书</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，至少回答以下几个问题：</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做什么</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所开发系统的用户（使用者）是谁？</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角色识别</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每个用户能够使用该系统完成什么功能？</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功能需求识别</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每个功能性需求的规定</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系统的非功能性需求</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charRg st="59" end="8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charRg st="82" end="10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7">
                                            <p:txEl>
                                              <p:charRg st="109" end="12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7">
                                            <p:txEl>
                                              <p:charRg st="120" end="13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阶段二之需求分析</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954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系统角色识别 </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网上机票预订系统</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系统角色：所开发目标系统的使用者</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pic>
        <p:nvPicPr>
          <p:cNvPr id="27652" name="图片 3"/>
          <p:cNvPicPr>
            <a:picLocks noChangeAspect="1"/>
          </p:cNvPicPr>
          <p:nvPr/>
        </p:nvPicPr>
        <p:blipFill>
          <a:blip r:embed="rId1"/>
          <a:srcRect l="4321" t="7500" r="2493" b="12103"/>
          <a:stretch>
            <a:fillRect/>
          </a:stretch>
        </p:blipFill>
        <p:spPr>
          <a:xfrm>
            <a:off x="2438400" y="2438400"/>
            <a:ext cx="4038600" cy="2057400"/>
          </a:xfrm>
          <a:prstGeom prst="rect">
            <a:avLst/>
          </a:prstGeom>
          <a:noFill/>
          <a:ln w="9525">
            <a:noFill/>
          </a:ln>
        </p:spPr>
      </p:pic>
      <p:graphicFrame>
        <p:nvGraphicFramePr>
          <p:cNvPr id="2" name="表格 1"/>
          <p:cNvGraphicFramePr>
            <a:graphicFrameLocks noGrp="1"/>
          </p:cNvGraphicFramePr>
          <p:nvPr/>
        </p:nvGraphicFramePr>
        <p:xfrm>
          <a:off x="152400" y="4648200"/>
          <a:ext cx="8839200" cy="2057400"/>
        </p:xfrm>
        <a:graphic>
          <a:graphicData uri="http://schemas.openxmlformats.org/drawingml/2006/table">
            <a:tbl>
              <a:tblPr firstRow="1" firstCol="1" bandRow="1">
                <a:tableStyleId>{5C22544A-7EE6-4342-B048-85BDC9FD1C3A}</a:tableStyleId>
              </a:tblPr>
              <a:tblGrid>
                <a:gridCol w="1981200"/>
                <a:gridCol w="6858000"/>
              </a:tblGrid>
              <a:tr h="391301">
                <a:tc>
                  <a:txBody>
                    <a:bodyPr/>
                    <a:lstStyle/>
                    <a:p>
                      <a:pPr algn="just">
                        <a:lnSpc>
                          <a:spcPct val="150000"/>
                        </a:lnSpc>
                        <a:spcAft>
                          <a:spcPts val="0"/>
                        </a:spcAft>
                      </a:pPr>
                      <a:r>
                        <a:rPr lang="zh-CN" sz="1900" kern="100" dirty="0">
                          <a:effectLst/>
                        </a:rPr>
                        <a:t>角色名称</a:t>
                      </a:r>
                      <a:endParaRPr lang="zh-CN" sz="1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2" marR="68582" marT="0" marB="0"/>
                </a:tc>
                <a:tc>
                  <a:txBody>
                    <a:bodyPr/>
                    <a:lstStyle/>
                    <a:p>
                      <a:pPr algn="just">
                        <a:lnSpc>
                          <a:spcPct val="150000"/>
                        </a:lnSpc>
                        <a:spcAft>
                          <a:spcPts val="0"/>
                        </a:spcAft>
                      </a:pPr>
                      <a:r>
                        <a:rPr lang="zh-CN" sz="1900" kern="100">
                          <a:effectLst/>
                        </a:rPr>
                        <a:t>说明</a:t>
                      </a:r>
                      <a:endParaRPr lang="zh-CN" sz="19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2" marR="68582" marT="0" marB="0"/>
                </a:tc>
              </a:tr>
              <a:tr h="833049">
                <a:tc>
                  <a:txBody>
                    <a:bodyPr/>
                    <a:lstStyle/>
                    <a:p>
                      <a:pPr algn="just">
                        <a:lnSpc>
                          <a:spcPct val="150000"/>
                        </a:lnSpc>
                        <a:spcAft>
                          <a:spcPts val="0"/>
                        </a:spcAft>
                      </a:pPr>
                      <a:r>
                        <a:rPr lang="en-US" sz="1900" kern="100">
                          <a:effectLst/>
                        </a:rPr>
                        <a:t>ba_</a:t>
                      </a:r>
                      <a:r>
                        <a:rPr lang="zh-CN" sz="1900" kern="100">
                          <a:effectLst/>
                        </a:rPr>
                        <a:t>旅客</a:t>
                      </a:r>
                      <a:endParaRPr lang="zh-CN" sz="19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2" marR="68582" marT="0" marB="0"/>
                </a:tc>
                <a:tc>
                  <a:txBody>
                    <a:bodyPr/>
                    <a:lstStyle/>
                    <a:p>
                      <a:pPr algn="just">
                        <a:lnSpc>
                          <a:spcPct val="150000"/>
                        </a:lnSpc>
                        <a:spcAft>
                          <a:spcPts val="0"/>
                        </a:spcAft>
                      </a:pPr>
                      <a:r>
                        <a:rPr lang="zh-CN" sz="1900" kern="100" dirty="0">
                          <a:solidFill>
                            <a:srgbClr val="FF0000"/>
                          </a:solidFill>
                          <a:effectLst/>
                        </a:rPr>
                        <a:t>广大用户，具有预订机票、领取通知账单、领取机票、取消预订、查看订票信息、付款等功能</a:t>
                      </a:r>
                      <a:endParaRPr lang="zh-CN" sz="19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2" marR="68582" marT="0" marB="0"/>
                </a:tc>
              </a:tr>
              <a:tr h="833049">
                <a:tc>
                  <a:txBody>
                    <a:bodyPr/>
                    <a:lstStyle/>
                    <a:p>
                      <a:pPr algn="just">
                        <a:lnSpc>
                          <a:spcPct val="150000"/>
                        </a:lnSpc>
                        <a:spcAft>
                          <a:spcPts val="0"/>
                        </a:spcAft>
                      </a:pPr>
                      <a:r>
                        <a:rPr lang="en-US" sz="1900" kern="100">
                          <a:effectLst/>
                        </a:rPr>
                        <a:t>ba_</a:t>
                      </a:r>
                      <a:r>
                        <a:rPr lang="zh-CN" sz="1900" kern="100">
                          <a:effectLst/>
                        </a:rPr>
                        <a:t>订票管理员</a:t>
                      </a:r>
                      <a:endParaRPr lang="zh-CN" sz="19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2" marR="68582" marT="0" marB="0"/>
                </a:tc>
                <a:tc>
                  <a:txBody>
                    <a:bodyPr/>
                    <a:lstStyle/>
                    <a:p>
                      <a:pPr algn="just">
                        <a:lnSpc>
                          <a:spcPct val="150000"/>
                        </a:lnSpc>
                        <a:spcAft>
                          <a:spcPts val="0"/>
                        </a:spcAft>
                      </a:pPr>
                      <a:r>
                        <a:rPr lang="zh-CN" sz="1900" kern="100" dirty="0">
                          <a:solidFill>
                            <a:srgbClr val="FF0000"/>
                          </a:solidFill>
                          <a:effectLst/>
                        </a:rPr>
                        <a:t>机场工作人员，具有查看订票信息、打印通知账单、收费、安排航班、分发机票及航班和旅客信息的管理。工作人员</a:t>
                      </a:r>
                      <a:endParaRPr lang="zh-CN" sz="19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2" marR="68582" marT="0" marB="0"/>
                </a:tc>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阶段二之需求分析</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954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系统功能性需求识别</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使用者视角的系统功能需求：使用者使用目标系统能完成的业务。</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pic>
        <p:nvPicPr>
          <p:cNvPr id="6" name="图片 5"/>
          <p:cNvPicPr>
            <a:picLocks noChangeAspect="1"/>
          </p:cNvPicPr>
          <p:nvPr/>
        </p:nvPicPr>
        <p:blipFill>
          <a:blip r:embed="rId1"/>
          <a:stretch>
            <a:fillRect/>
          </a:stretch>
        </p:blipFill>
        <p:spPr>
          <a:xfrm>
            <a:off x="152400" y="3194050"/>
            <a:ext cx="5273675" cy="3387725"/>
          </a:xfrm>
          <a:prstGeom prst="rect">
            <a:avLst/>
          </a:prstGeom>
          <a:noFill/>
          <a:ln w="9525">
            <a:noFill/>
          </a:ln>
        </p:spPr>
      </p:pic>
      <p:pic>
        <p:nvPicPr>
          <p:cNvPr id="7" name="图片 6"/>
          <p:cNvPicPr>
            <a:picLocks noChangeAspect="1"/>
          </p:cNvPicPr>
          <p:nvPr/>
        </p:nvPicPr>
        <p:blipFill>
          <a:blip r:embed="rId2"/>
          <a:stretch>
            <a:fillRect/>
          </a:stretch>
        </p:blipFill>
        <p:spPr>
          <a:xfrm>
            <a:off x="3875088" y="3182938"/>
            <a:ext cx="5268912" cy="34099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6"/>
                                        </p:tgtEl>
                                      </p:cBhvr>
                                    </p:animEffect>
                                    <p:set>
                                      <p:cBhvr>
                                        <p:cTn id="11" dur="1" fill="hold">
                                          <p:stCondLst>
                                            <p:cond delay="499"/>
                                          </p:stCondLst>
                                        </p:cTn>
                                        <p:tgtEl>
                                          <p:spTgt spid="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阶段二之需求分析</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954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系统功能性需求概览</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汇总所有使用者的系统功能需求，形成系统业务概览。</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预订机票业务</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机票领取业务</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取消预订业务</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grpSp>
        <p:nvGrpSpPr>
          <p:cNvPr id="3" name="组合 2"/>
          <p:cNvGrpSpPr/>
          <p:nvPr/>
        </p:nvGrpSpPr>
        <p:grpSpPr>
          <a:xfrm>
            <a:off x="3810000" y="2438400"/>
            <a:ext cx="4570413" cy="3257550"/>
            <a:chOff x="3810020" y="2438456"/>
            <a:chExt cx="4569712" cy="3257550"/>
          </a:xfrm>
        </p:grpSpPr>
        <p:pic>
          <p:nvPicPr>
            <p:cNvPr id="29704" name="图片 7"/>
            <p:cNvPicPr>
              <a:picLocks noChangeAspect="1"/>
            </p:cNvPicPr>
            <p:nvPr/>
          </p:nvPicPr>
          <p:blipFill>
            <a:blip r:embed="rId1"/>
            <a:stretch>
              <a:fillRect/>
            </a:stretch>
          </p:blipFill>
          <p:spPr>
            <a:xfrm>
              <a:off x="3810020" y="2438456"/>
              <a:ext cx="4552950" cy="3257550"/>
            </a:xfrm>
            <a:prstGeom prst="rect">
              <a:avLst/>
            </a:prstGeom>
            <a:noFill/>
            <a:ln w="9525">
              <a:noFill/>
            </a:ln>
          </p:spPr>
        </p:pic>
        <p:sp>
          <p:nvSpPr>
            <p:cNvPr id="29705" name="文本框 1"/>
            <p:cNvSpPr txBox="1"/>
            <p:nvPr/>
          </p:nvSpPr>
          <p:spPr>
            <a:xfrm>
              <a:off x="7162732" y="5257752"/>
              <a:ext cx="1217000"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latin typeface="+mn-lt"/>
                  <a:ea typeface="+mn-ea"/>
                  <a:cs typeface="+mn-cs"/>
                </a:defRPr>
              </a:lvl2pPr>
              <a:lvl3pPr marL="1143000" lvl="2" indent="-228600" algn="l" rtl="0" eaLnBrk="0" fontAlgn="base" hangingPunct="0">
                <a:spcBef>
                  <a:spcPct val="20000"/>
                </a:spcBef>
                <a:spcAft>
                  <a:spcPct val="0"/>
                </a:spcAft>
                <a:buClr>
                  <a:schemeClr val="tx2"/>
                </a:buClr>
                <a:buSzPct val="70000"/>
                <a:buFont typeface="Wingdings" panose="05000000000000000000" pitchFamily="2" charset="2"/>
                <a:buChar char="n"/>
                <a:defRPr sz="2400" kern="1200">
                  <a:solidFill>
                    <a:schemeClr val="tx1"/>
                  </a:solidFill>
                  <a:effectLst/>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latin typeface="+mn-lt"/>
                  <a:ea typeface="+mn-ea"/>
                  <a:cs typeface="+mn-cs"/>
                </a:defRPr>
              </a:lvl4pPr>
              <a:lvl5pPr marL="2057400" lvl="4" indent="-228600" algn="l" rtl="0" eaLnBrk="0" fontAlgn="base" hangingPunct="0">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latin typeface="+mn-lt"/>
                  <a:ea typeface="+mn-ea"/>
                  <a:cs typeface="+mn-cs"/>
                </a:defRPr>
              </a:lvl5pPr>
            </a:lstStyle>
            <a:p>
              <a:pPr marL="0" lvl="0" indent="0">
                <a:spcBef>
                  <a:spcPct val="0"/>
                </a:spcBef>
                <a:buClrTx/>
                <a:buSzTx/>
                <a:buFontTx/>
                <a:buNone/>
              </a:pPr>
              <a:r>
                <a:rPr lang="zh-CN" altLang="en-US" sz="2000" b="1" dirty="0">
                  <a:solidFill>
                    <a:srgbClr val="FF0000"/>
                  </a:solidFill>
                  <a:latin typeface="Times New Roman" panose="02020603050405020304" pitchFamily="18" charset="0"/>
                </a:rPr>
                <a:t>预订机票</a:t>
              </a:r>
              <a:endParaRPr lang="zh-CN" altLang="en-US" sz="1800" b="1" dirty="0">
                <a:solidFill>
                  <a:srgbClr val="FF0000"/>
                </a:solidFill>
                <a:latin typeface="Times New Roman" panose="02020603050405020304" pitchFamily="18" charset="0"/>
              </a:endParaRPr>
            </a:p>
          </p:txBody>
        </p:sp>
      </p:grpSp>
      <p:grpSp>
        <p:nvGrpSpPr>
          <p:cNvPr id="5" name="组合 4"/>
          <p:cNvGrpSpPr/>
          <p:nvPr/>
        </p:nvGrpSpPr>
        <p:grpSpPr>
          <a:xfrm>
            <a:off x="3810000" y="3535363"/>
            <a:ext cx="5143500" cy="3209925"/>
            <a:chOff x="3810020" y="3536080"/>
            <a:chExt cx="5143500" cy="3209925"/>
          </a:xfrm>
        </p:grpSpPr>
        <p:pic>
          <p:nvPicPr>
            <p:cNvPr id="29702" name="图片 8"/>
            <p:cNvPicPr>
              <a:picLocks noChangeAspect="1"/>
            </p:cNvPicPr>
            <p:nvPr/>
          </p:nvPicPr>
          <p:blipFill>
            <a:blip r:embed="rId2"/>
            <a:stretch>
              <a:fillRect/>
            </a:stretch>
          </p:blipFill>
          <p:spPr>
            <a:xfrm>
              <a:off x="3810020" y="3536080"/>
              <a:ext cx="5143500" cy="3209925"/>
            </a:xfrm>
            <a:prstGeom prst="rect">
              <a:avLst/>
            </a:prstGeom>
            <a:noFill/>
            <a:ln w="9525">
              <a:noFill/>
            </a:ln>
          </p:spPr>
        </p:pic>
        <p:sp>
          <p:nvSpPr>
            <p:cNvPr id="29703" name="文本框 3"/>
            <p:cNvSpPr txBox="1"/>
            <p:nvPr/>
          </p:nvSpPr>
          <p:spPr>
            <a:xfrm>
              <a:off x="6075551" y="6187896"/>
              <a:ext cx="2040943"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latin typeface="+mn-lt"/>
                  <a:ea typeface="+mn-ea"/>
                  <a:cs typeface="+mn-cs"/>
                </a:defRPr>
              </a:lvl2pPr>
              <a:lvl3pPr marL="1143000" lvl="2" indent="-228600" algn="l" rtl="0" eaLnBrk="0" fontAlgn="base" hangingPunct="0">
                <a:spcBef>
                  <a:spcPct val="20000"/>
                </a:spcBef>
                <a:spcAft>
                  <a:spcPct val="0"/>
                </a:spcAft>
                <a:buClr>
                  <a:schemeClr val="tx2"/>
                </a:buClr>
                <a:buSzPct val="70000"/>
                <a:buFont typeface="Wingdings" panose="05000000000000000000" pitchFamily="2" charset="2"/>
                <a:buChar char="n"/>
                <a:defRPr sz="2400" kern="1200">
                  <a:solidFill>
                    <a:schemeClr val="tx1"/>
                  </a:solidFill>
                  <a:effectLst/>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latin typeface="+mn-lt"/>
                  <a:ea typeface="+mn-ea"/>
                  <a:cs typeface="+mn-cs"/>
                </a:defRPr>
              </a:lvl4pPr>
              <a:lvl5pPr marL="2057400" lvl="4" indent="-228600" algn="l" rtl="0" eaLnBrk="0" fontAlgn="base" hangingPunct="0">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latin typeface="+mn-lt"/>
                  <a:ea typeface="+mn-ea"/>
                  <a:cs typeface="+mn-cs"/>
                </a:defRPr>
              </a:lvl5pPr>
            </a:lstStyle>
            <a:p>
              <a:pPr marL="0" lvl="0" indent="0">
                <a:spcBef>
                  <a:spcPct val="0"/>
                </a:spcBef>
                <a:buClrTx/>
                <a:buSzTx/>
                <a:buFontTx/>
                <a:buNone/>
              </a:pPr>
              <a:r>
                <a:rPr lang="zh-CN" altLang="en-US" sz="2400" b="1" dirty="0">
                  <a:solidFill>
                    <a:srgbClr val="FF0000"/>
                  </a:solidFill>
                  <a:latin typeface="Times New Roman" panose="02020603050405020304" pitchFamily="18" charset="0"/>
                </a:rPr>
                <a:t>机票领取业务</a:t>
              </a:r>
              <a:endParaRPr lang="zh-CN" altLang="en-US" sz="1800" b="1" dirty="0">
                <a:solidFill>
                  <a:srgbClr val="FF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xit" presetSubtype="0" fill="hold" nodeType="clickEffect">
                                  <p:stCondLst>
                                    <p:cond delay="0"/>
                                  </p:stCondLst>
                                  <p:childTnLst>
                                    <p:animEffect transition="out" filter="fade">
                                      <p:cBhvr>
                                        <p:cTn id="10" dur="1000"/>
                                        <p:tgtEl>
                                          <p:spTgt spid="3"/>
                                        </p:tgtEl>
                                      </p:cBhvr>
                                    </p:animEffect>
                                    <p:anim calcmode="lin" valueType="num">
                                      <p:cBhvr>
                                        <p:cTn id="11" dur="1000"/>
                                        <p:tgtEl>
                                          <p:spTgt spid="3"/>
                                        </p:tgtEl>
                                        <p:attrNameLst>
                                          <p:attrName>ppt_x</p:attrName>
                                        </p:attrNameLst>
                                      </p:cBhvr>
                                      <p:tavLst>
                                        <p:tav tm="0">
                                          <p:val>
                                            <p:strVal val="ppt_x"/>
                                          </p:val>
                                        </p:tav>
                                        <p:tav tm="100000">
                                          <p:val>
                                            <p:strVal val="ppt_x"/>
                                          </p:val>
                                        </p:tav>
                                      </p:tavLst>
                                    </p:anim>
                                    <p:anim calcmode="lin" valueType="num">
                                      <p:cBhvr>
                                        <p:cTn id="12" dur="1000"/>
                                        <p:tgtEl>
                                          <p:spTgt spid="3"/>
                                        </p:tgtEl>
                                        <p:attrNameLst>
                                          <p:attrName>ppt_y</p:attrName>
                                        </p:attrNameLst>
                                      </p:cBhvr>
                                      <p:tavLst>
                                        <p:tav tm="0">
                                          <p:val>
                                            <p:strVal val="ppt_y"/>
                                          </p:val>
                                        </p:tav>
                                        <p:tav tm="100000">
                                          <p:val>
                                            <p:strVal val="ppt_y+.1"/>
                                          </p:val>
                                        </p:tav>
                                      </p:tavLst>
                                    </p:anim>
                                    <p:set>
                                      <p:cBhvr>
                                        <p:cTn id="13" dur="1" fill="hold">
                                          <p:stCondLst>
                                            <p:cond delay="999"/>
                                          </p:stCondLst>
                                        </p:cTn>
                                        <p:tgtEl>
                                          <p:spTgt spid="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阶段二之需求分析</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152400" y="11430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功能性需求规定</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业务说明</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用例描述</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业务场景分析</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graphicFrame>
        <p:nvGraphicFramePr>
          <p:cNvPr id="6" name="表格 5"/>
          <p:cNvGraphicFramePr>
            <a:graphicFrameLocks noGrp="1"/>
          </p:cNvGraphicFramePr>
          <p:nvPr/>
        </p:nvGraphicFramePr>
        <p:xfrm>
          <a:off x="5083175" y="1143000"/>
          <a:ext cx="4060825" cy="7361238"/>
        </p:xfrm>
        <a:graphic>
          <a:graphicData uri="http://schemas.openxmlformats.org/drawingml/2006/table">
            <a:tbl>
              <a:tblPr>
                <a:tableStyleId>{5C22544A-7EE6-4342-B048-85BDC9FD1C3A}</a:tableStyleId>
              </a:tblPr>
              <a:tblGrid>
                <a:gridCol w="942219"/>
                <a:gridCol w="3118606"/>
              </a:tblGrid>
              <a:tr h="320054">
                <a:tc>
                  <a:txBody>
                    <a:bodyPr/>
                    <a:lstStyle/>
                    <a:p>
                      <a:pPr algn="just">
                        <a:lnSpc>
                          <a:spcPct val="150000"/>
                        </a:lnSpc>
                        <a:spcAft>
                          <a:spcPts val="0"/>
                        </a:spcAft>
                      </a:pPr>
                      <a:r>
                        <a:rPr lang="zh-CN" sz="1400" b="1" kern="100" dirty="0">
                          <a:solidFill>
                            <a:srgbClr val="FF0000"/>
                          </a:solidFill>
                          <a:effectLst/>
                        </a:rPr>
                        <a:t>用例名称</a:t>
                      </a:r>
                      <a:endParaRPr lang="zh-CN" sz="14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nSpc>
                          <a:spcPct val="150000"/>
                        </a:lnSpc>
                        <a:spcAft>
                          <a:spcPts val="0"/>
                        </a:spcAft>
                      </a:pPr>
                      <a:r>
                        <a:rPr lang="en-US" sz="1400" b="1" kern="100" dirty="0" err="1">
                          <a:solidFill>
                            <a:srgbClr val="0000FF"/>
                          </a:solidFill>
                          <a:effectLst/>
                        </a:rPr>
                        <a:t>bu</a:t>
                      </a:r>
                      <a:r>
                        <a:rPr lang="en-US" sz="1400" b="1" kern="100" dirty="0">
                          <a:solidFill>
                            <a:srgbClr val="0000FF"/>
                          </a:solidFill>
                          <a:effectLst/>
                        </a:rPr>
                        <a:t>_</a:t>
                      </a:r>
                      <a:r>
                        <a:rPr lang="zh-CN" sz="1400" b="1" kern="100" dirty="0">
                          <a:solidFill>
                            <a:srgbClr val="0000FF"/>
                          </a:solidFill>
                          <a:effectLst/>
                        </a:rPr>
                        <a:t>预订机票</a:t>
                      </a:r>
                      <a:endParaRPr lang="zh-CN" sz="14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1140" marR="41140" marT="0" marB="0"/>
                </a:tc>
              </a:tr>
              <a:tr h="320054">
                <a:tc>
                  <a:txBody>
                    <a:bodyPr/>
                    <a:lstStyle/>
                    <a:p>
                      <a:pPr algn="just">
                        <a:lnSpc>
                          <a:spcPct val="150000"/>
                        </a:lnSpc>
                        <a:spcAft>
                          <a:spcPts val="0"/>
                        </a:spcAft>
                      </a:pPr>
                      <a:r>
                        <a:rPr lang="zh-CN" sz="1400" b="1" kern="100">
                          <a:solidFill>
                            <a:srgbClr val="FF0000"/>
                          </a:solidFill>
                          <a:effectLst/>
                        </a:rPr>
                        <a:t>实现名称</a:t>
                      </a:r>
                      <a:endParaRPr lang="zh-CN" sz="1400" b="1"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nSpc>
                          <a:spcPct val="150000"/>
                        </a:lnSpc>
                        <a:spcAft>
                          <a:spcPts val="0"/>
                        </a:spcAft>
                      </a:pPr>
                      <a:r>
                        <a:rPr lang="en-US" sz="900" kern="100">
                          <a:solidFill>
                            <a:srgbClr val="FF0000"/>
                          </a:solidFill>
                          <a:effectLst/>
                        </a:rPr>
                        <a:t>bur_borrow books</a:t>
                      </a:r>
                      <a:endParaRPr lang="zh-CN" sz="9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1140" marR="41140" marT="0" marB="0"/>
                </a:tc>
              </a:tr>
              <a:tr h="320054">
                <a:tc>
                  <a:txBody>
                    <a:bodyPr/>
                    <a:lstStyle/>
                    <a:p>
                      <a:pPr algn="just">
                        <a:lnSpc>
                          <a:spcPct val="150000"/>
                        </a:lnSpc>
                        <a:spcAft>
                          <a:spcPts val="0"/>
                        </a:spcAft>
                      </a:pPr>
                      <a:r>
                        <a:rPr lang="zh-CN" sz="1400" b="1" kern="100">
                          <a:solidFill>
                            <a:srgbClr val="FF0000"/>
                          </a:solidFill>
                          <a:effectLst/>
                        </a:rPr>
                        <a:t>用例描述</a:t>
                      </a:r>
                      <a:endParaRPr lang="zh-CN" sz="1400" b="1"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l">
                        <a:lnSpc>
                          <a:spcPct val="150000"/>
                        </a:lnSpc>
                        <a:spcAft>
                          <a:spcPts val="0"/>
                        </a:spcAft>
                      </a:pPr>
                      <a:r>
                        <a:rPr lang="zh-CN" sz="900" kern="100">
                          <a:solidFill>
                            <a:srgbClr val="FF0000"/>
                          </a:solidFill>
                          <a:effectLst/>
                        </a:rPr>
                        <a:t>旅客人通过此用例向系统查询并提交订票请求</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320054">
                <a:tc>
                  <a:txBody>
                    <a:bodyPr/>
                    <a:lstStyle/>
                    <a:p>
                      <a:pPr algn="just">
                        <a:lnSpc>
                          <a:spcPct val="150000"/>
                        </a:lnSpc>
                        <a:spcAft>
                          <a:spcPts val="0"/>
                        </a:spcAft>
                      </a:pPr>
                      <a:r>
                        <a:rPr lang="zh-CN" sz="1400" b="1" kern="100">
                          <a:solidFill>
                            <a:srgbClr val="FF0000"/>
                          </a:solidFill>
                          <a:effectLst/>
                        </a:rPr>
                        <a:t>参与者</a:t>
                      </a:r>
                      <a:endParaRPr lang="zh-CN" sz="1400" b="1"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l">
                        <a:lnSpc>
                          <a:spcPct val="150000"/>
                        </a:lnSpc>
                        <a:spcAft>
                          <a:spcPts val="0"/>
                        </a:spcAft>
                      </a:pPr>
                      <a:r>
                        <a:rPr lang="zh-CN" sz="900" kern="100">
                          <a:solidFill>
                            <a:srgbClr val="FF0000"/>
                          </a:solidFill>
                          <a:effectLst/>
                        </a:rPr>
                        <a:t>旅客</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320054">
                <a:tc>
                  <a:txBody>
                    <a:bodyPr/>
                    <a:lstStyle/>
                    <a:p>
                      <a:pPr algn="just">
                        <a:lnSpc>
                          <a:spcPct val="150000"/>
                        </a:lnSpc>
                        <a:spcAft>
                          <a:spcPts val="0"/>
                        </a:spcAft>
                      </a:pPr>
                      <a:r>
                        <a:rPr lang="zh-CN" sz="1400" b="1" kern="100">
                          <a:solidFill>
                            <a:srgbClr val="FF0000"/>
                          </a:solidFill>
                          <a:effectLst/>
                        </a:rPr>
                        <a:t>前置条件</a:t>
                      </a:r>
                      <a:endParaRPr lang="zh-CN" sz="1400" b="1"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l">
                        <a:lnSpc>
                          <a:spcPct val="150000"/>
                        </a:lnSpc>
                        <a:spcAft>
                          <a:spcPts val="0"/>
                        </a:spcAft>
                      </a:pPr>
                      <a:r>
                        <a:rPr lang="zh-CN" sz="900" kern="100">
                          <a:solidFill>
                            <a:srgbClr val="FF0000"/>
                          </a:solidFill>
                          <a:effectLst/>
                        </a:rPr>
                        <a:t>用户登录界面，通过验证。</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411498">
                <a:tc>
                  <a:txBody>
                    <a:bodyPr/>
                    <a:lstStyle/>
                    <a:p>
                      <a:pPr algn="just">
                        <a:lnSpc>
                          <a:spcPct val="150000"/>
                        </a:lnSpc>
                        <a:spcAft>
                          <a:spcPts val="0"/>
                        </a:spcAft>
                      </a:pPr>
                      <a:r>
                        <a:rPr lang="zh-CN" sz="1400" b="1" kern="100" dirty="0">
                          <a:solidFill>
                            <a:srgbClr val="FF0000"/>
                          </a:solidFill>
                          <a:effectLst/>
                        </a:rPr>
                        <a:t>后置条件</a:t>
                      </a:r>
                      <a:endParaRPr lang="zh-CN" sz="14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marL="342900" lvl="0" indent="-342900" algn="l">
                        <a:lnSpc>
                          <a:spcPct val="150000"/>
                        </a:lnSpc>
                        <a:spcAft>
                          <a:spcPts val="0"/>
                        </a:spcAft>
                        <a:buFont typeface="+mj-lt"/>
                        <a:buAutoNum type="arabicPeriod"/>
                        <a:tabLst>
                          <a:tab pos="228600" algn="l"/>
                        </a:tabLst>
                      </a:pPr>
                      <a:r>
                        <a:rPr lang="zh-CN" sz="900" kern="100">
                          <a:solidFill>
                            <a:srgbClr val="FF0000"/>
                          </a:solidFill>
                          <a:effectLst/>
                        </a:rPr>
                        <a:t>创建订票定单</a:t>
                      </a:r>
                      <a:endParaRPr lang="zh-CN" sz="900" kern="100">
                        <a:solidFill>
                          <a:srgbClr val="FF0000"/>
                        </a:solidFill>
                        <a:effectLst/>
                      </a:endParaRPr>
                    </a:p>
                    <a:p>
                      <a:pPr marL="342900" lvl="0" indent="-342900" algn="l">
                        <a:lnSpc>
                          <a:spcPct val="150000"/>
                        </a:lnSpc>
                        <a:spcAft>
                          <a:spcPts val="0"/>
                        </a:spcAft>
                        <a:buFont typeface="+mj-lt"/>
                        <a:buAutoNum type="arabicPeriod"/>
                        <a:tabLst>
                          <a:tab pos="228600" algn="l"/>
                        </a:tabLst>
                      </a:pPr>
                      <a:r>
                        <a:rPr lang="zh-CN" sz="900" kern="100">
                          <a:solidFill>
                            <a:srgbClr val="FF0000"/>
                          </a:solidFill>
                          <a:effectLst/>
                        </a:rPr>
                        <a:t>更新旅客订票记录</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2057488">
                <a:tc>
                  <a:txBody>
                    <a:bodyPr/>
                    <a:lstStyle/>
                    <a:p>
                      <a:pPr algn="just">
                        <a:lnSpc>
                          <a:spcPct val="150000"/>
                        </a:lnSpc>
                        <a:spcAft>
                          <a:spcPts val="0"/>
                        </a:spcAft>
                      </a:pPr>
                      <a:r>
                        <a:rPr lang="zh-CN" sz="1400" b="1" kern="100" dirty="0">
                          <a:solidFill>
                            <a:srgbClr val="FF0000"/>
                          </a:solidFill>
                          <a:effectLst/>
                        </a:rPr>
                        <a:t>主事件流</a:t>
                      </a:r>
                      <a:endParaRPr lang="zh-CN" sz="14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just">
                        <a:lnSpc>
                          <a:spcPct val="150000"/>
                        </a:lnSpc>
                        <a:spcAft>
                          <a:spcPts val="0"/>
                        </a:spcAft>
                      </a:pPr>
                      <a:r>
                        <a:rPr lang="en-US" sz="900" kern="100">
                          <a:solidFill>
                            <a:srgbClr val="FF0000"/>
                          </a:solidFill>
                          <a:effectLst/>
                        </a:rPr>
                        <a:t>1</a:t>
                      </a:r>
                      <a:r>
                        <a:rPr lang="zh-CN" sz="900" kern="100">
                          <a:solidFill>
                            <a:srgbClr val="FF0000"/>
                          </a:solidFill>
                          <a:effectLst/>
                        </a:rPr>
                        <a:t>用户根据以前注册的账号登录系统，计算机显示机票预订界面</a:t>
                      </a:r>
                      <a:endParaRPr lang="zh-CN" sz="900" kern="100">
                        <a:solidFill>
                          <a:srgbClr val="FF0000"/>
                        </a:solidFill>
                        <a:effectLst/>
                      </a:endParaRPr>
                    </a:p>
                    <a:p>
                      <a:pPr algn="just">
                        <a:lnSpc>
                          <a:spcPct val="150000"/>
                        </a:lnSpc>
                        <a:spcAft>
                          <a:spcPts val="0"/>
                        </a:spcAft>
                      </a:pPr>
                      <a:r>
                        <a:rPr lang="en-US" sz="900" kern="100">
                          <a:solidFill>
                            <a:srgbClr val="FF0000"/>
                          </a:solidFill>
                          <a:effectLst/>
                        </a:rPr>
                        <a:t>2.</a:t>
                      </a:r>
                      <a:r>
                        <a:rPr lang="zh-CN" sz="900" kern="100">
                          <a:solidFill>
                            <a:srgbClr val="FF0000"/>
                          </a:solidFill>
                          <a:effectLst/>
                        </a:rPr>
                        <a:t>用户选择查询机票，计算机显示查询界面</a:t>
                      </a:r>
                      <a:endParaRPr lang="zh-CN" sz="900" kern="100">
                        <a:solidFill>
                          <a:srgbClr val="FF0000"/>
                        </a:solidFill>
                        <a:effectLst/>
                      </a:endParaRPr>
                    </a:p>
                    <a:p>
                      <a:pPr algn="just">
                        <a:lnSpc>
                          <a:spcPct val="150000"/>
                        </a:lnSpc>
                        <a:spcAft>
                          <a:spcPts val="0"/>
                        </a:spcAft>
                      </a:pPr>
                      <a:r>
                        <a:rPr lang="en-US" sz="900" kern="100">
                          <a:solidFill>
                            <a:srgbClr val="FF0000"/>
                          </a:solidFill>
                          <a:effectLst/>
                        </a:rPr>
                        <a:t>3.</a:t>
                      </a:r>
                      <a:r>
                        <a:rPr lang="zh-CN" sz="900" kern="100">
                          <a:solidFill>
                            <a:srgbClr val="FF0000"/>
                          </a:solidFill>
                          <a:effectLst/>
                        </a:rPr>
                        <a:t>用户按出行的始末地以及出现时间查询，计算机显示查询结果</a:t>
                      </a:r>
                      <a:endParaRPr lang="zh-CN" sz="900" kern="100">
                        <a:solidFill>
                          <a:srgbClr val="FF0000"/>
                        </a:solidFill>
                        <a:effectLst/>
                      </a:endParaRPr>
                    </a:p>
                    <a:p>
                      <a:pPr algn="just">
                        <a:lnSpc>
                          <a:spcPct val="150000"/>
                        </a:lnSpc>
                        <a:spcAft>
                          <a:spcPts val="0"/>
                        </a:spcAft>
                      </a:pPr>
                      <a:r>
                        <a:rPr lang="en-US" sz="900" kern="100">
                          <a:solidFill>
                            <a:srgbClr val="FF0000"/>
                          </a:solidFill>
                          <a:effectLst/>
                        </a:rPr>
                        <a:t>4.</a:t>
                      </a:r>
                      <a:r>
                        <a:rPr lang="zh-CN" sz="900" kern="100">
                          <a:solidFill>
                            <a:srgbClr val="FF0000"/>
                          </a:solidFill>
                          <a:effectLst/>
                        </a:rPr>
                        <a:t>用户可单选或多选机票，并确认预订。计算机显示确认预订机票清单。</a:t>
                      </a:r>
                      <a:endParaRPr lang="zh-CN" sz="900" kern="100">
                        <a:solidFill>
                          <a:srgbClr val="FF0000"/>
                        </a:solidFill>
                        <a:effectLst/>
                      </a:endParaRPr>
                    </a:p>
                    <a:p>
                      <a:pPr algn="just">
                        <a:lnSpc>
                          <a:spcPct val="150000"/>
                        </a:lnSpc>
                        <a:spcAft>
                          <a:spcPts val="0"/>
                        </a:spcAft>
                      </a:pPr>
                      <a:r>
                        <a:rPr lang="en-US" sz="900" kern="100">
                          <a:solidFill>
                            <a:srgbClr val="FF0000"/>
                          </a:solidFill>
                          <a:effectLst/>
                        </a:rPr>
                        <a:t>5.</a:t>
                      </a:r>
                      <a:r>
                        <a:rPr lang="zh-CN" sz="900" kern="100">
                          <a:solidFill>
                            <a:srgbClr val="FF0000"/>
                          </a:solidFill>
                          <a:effectLst/>
                        </a:rPr>
                        <a:t>用户选择确认预订，计算机显示预订机票定单及费用</a:t>
                      </a:r>
                      <a:endParaRPr lang="zh-CN" sz="900" kern="100">
                        <a:solidFill>
                          <a:srgbClr val="FF0000"/>
                        </a:solidFill>
                        <a:effectLst/>
                      </a:endParaRPr>
                    </a:p>
                    <a:p>
                      <a:pPr algn="just">
                        <a:lnSpc>
                          <a:spcPct val="150000"/>
                        </a:lnSpc>
                        <a:spcAft>
                          <a:spcPts val="0"/>
                        </a:spcAft>
                      </a:pPr>
                      <a:r>
                        <a:rPr lang="en-US" sz="900" kern="100">
                          <a:solidFill>
                            <a:srgbClr val="FF0000"/>
                          </a:solidFill>
                          <a:effectLst/>
                        </a:rPr>
                        <a:t>6</a:t>
                      </a:r>
                      <a:r>
                        <a:rPr lang="zh-CN" sz="900" kern="100">
                          <a:solidFill>
                            <a:srgbClr val="FF0000"/>
                          </a:solidFill>
                          <a:effectLst/>
                        </a:rPr>
                        <a:t>用户选择提交定单，计算机显示提交结果</a:t>
                      </a:r>
                      <a:endParaRPr lang="zh-CN" sz="900" kern="100">
                        <a:solidFill>
                          <a:srgbClr val="FF0000"/>
                        </a:solidFill>
                        <a:effectLst/>
                      </a:endParaRPr>
                    </a:p>
                    <a:p>
                      <a:pPr algn="just">
                        <a:lnSpc>
                          <a:spcPct val="150000"/>
                        </a:lnSpc>
                        <a:spcAft>
                          <a:spcPts val="0"/>
                        </a:spcAft>
                      </a:pPr>
                      <a:r>
                        <a:rPr lang="en-US" sz="900" kern="100">
                          <a:solidFill>
                            <a:srgbClr val="FF0000"/>
                          </a:solidFill>
                          <a:effectLst/>
                        </a:rPr>
                        <a:t>7.</a:t>
                      </a:r>
                      <a:r>
                        <a:rPr lang="zh-CN" sz="900" kern="100">
                          <a:solidFill>
                            <a:srgbClr val="FF0000"/>
                          </a:solidFill>
                          <a:effectLst/>
                        </a:rPr>
                        <a:t>计算机执行后置条件。用例结束</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2468986">
                <a:tc>
                  <a:txBody>
                    <a:bodyPr/>
                    <a:lstStyle/>
                    <a:p>
                      <a:pPr algn="just">
                        <a:lnSpc>
                          <a:spcPct val="150000"/>
                        </a:lnSpc>
                        <a:spcAft>
                          <a:spcPts val="0"/>
                        </a:spcAft>
                      </a:pPr>
                      <a:r>
                        <a:rPr lang="zh-CN" sz="1400" b="1" kern="100" dirty="0">
                          <a:solidFill>
                            <a:srgbClr val="FF0000"/>
                          </a:solidFill>
                          <a:effectLst/>
                        </a:rPr>
                        <a:t>备选事件流</a:t>
                      </a:r>
                      <a:endParaRPr lang="zh-CN" sz="1400" b="1" kern="100" dirty="0">
                        <a:solidFill>
                          <a:srgbClr val="FF0000"/>
                        </a:solidFill>
                        <a:effectLst/>
                      </a:endParaRPr>
                    </a:p>
                    <a:p>
                      <a:pPr algn="just">
                        <a:lnSpc>
                          <a:spcPct val="150000"/>
                        </a:lnSpc>
                        <a:spcAft>
                          <a:spcPts val="0"/>
                        </a:spcAft>
                      </a:pPr>
                      <a:r>
                        <a:rPr lang="en-US" sz="1400" b="1" kern="100" dirty="0">
                          <a:solidFill>
                            <a:srgbClr val="FF0000"/>
                          </a:solidFill>
                          <a:effectLst/>
                        </a:rPr>
                        <a:t> </a:t>
                      </a:r>
                      <a:endParaRPr lang="zh-CN" sz="14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l">
                        <a:lnSpc>
                          <a:spcPct val="150000"/>
                        </a:lnSpc>
                        <a:spcAft>
                          <a:spcPts val="0"/>
                        </a:spcAft>
                      </a:pPr>
                      <a:r>
                        <a:rPr lang="en-US" sz="900" kern="100" dirty="0">
                          <a:solidFill>
                            <a:srgbClr val="FF0000"/>
                          </a:solidFill>
                          <a:effectLst/>
                        </a:rPr>
                        <a:t>1.a</a:t>
                      </a:r>
                      <a:r>
                        <a:rPr lang="zh-CN" sz="900" kern="100" dirty="0">
                          <a:solidFill>
                            <a:srgbClr val="FF0000"/>
                          </a:solidFill>
                          <a:effectLst/>
                        </a:rPr>
                        <a:t>用户信息不正确</a:t>
                      </a:r>
                      <a:endParaRPr lang="zh-CN" sz="900" kern="100" dirty="0">
                        <a:solidFill>
                          <a:srgbClr val="FF0000"/>
                        </a:solidFill>
                        <a:effectLst/>
                      </a:endParaRPr>
                    </a:p>
                    <a:p>
                      <a:pPr indent="266700" algn="l">
                        <a:lnSpc>
                          <a:spcPct val="150000"/>
                        </a:lnSpc>
                        <a:spcAft>
                          <a:spcPts val="0"/>
                        </a:spcAft>
                      </a:pPr>
                      <a:r>
                        <a:rPr lang="en-US" sz="900" kern="100" dirty="0">
                          <a:solidFill>
                            <a:srgbClr val="FF0000"/>
                          </a:solidFill>
                          <a:effectLst/>
                        </a:rPr>
                        <a:t>1.</a:t>
                      </a:r>
                      <a:r>
                        <a:rPr lang="zh-CN" sz="900" kern="100" dirty="0">
                          <a:solidFill>
                            <a:srgbClr val="FF0000"/>
                          </a:solidFill>
                          <a:effectLst/>
                        </a:rPr>
                        <a:t>拒绝登录，用例结束</a:t>
                      </a:r>
                      <a:r>
                        <a:rPr lang="en-US" sz="900" kern="100" dirty="0">
                          <a:solidFill>
                            <a:srgbClr val="FF0000"/>
                          </a:solidFill>
                          <a:effectLst/>
                        </a:rPr>
                        <a:t>	</a:t>
                      </a:r>
                      <a:endParaRPr lang="zh-CN" sz="900" kern="100" dirty="0">
                        <a:solidFill>
                          <a:srgbClr val="FF0000"/>
                        </a:solidFill>
                        <a:effectLst/>
                      </a:endParaRPr>
                    </a:p>
                    <a:p>
                      <a:pPr algn="l">
                        <a:lnSpc>
                          <a:spcPct val="150000"/>
                        </a:lnSpc>
                        <a:spcAft>
                          <a:spcPts val="0"/>
                        </a:spcAft>
                      </a:pPr>
                      <a:r>
                        <a:rPr lang="en-US" sz="900" kern="100" dirty="0">
                          <a:solidFill>
                            <a:srgbClr val="FF0000"/>
                          </a:solidFill>
                          <a:effectLst/>
                        </a:rPr>
                        <a:t>2.a</a:t>
                      </a:r>
                      <a:r>
                        <a:rPr lang="zh-CN" sz="900" kern="100" dirty="0">
                          <a:solidFill>
                            <a:srgbClr val="FF0000"/>
                          </a:solidFill>
                          <a:effectLst/>
                        </a:rPr>
                        <a:t>用户选择查看原有定单</a:t>
                      </a:r>
                      <a:endParaRPr lang="zh-CN" sz="900" kern="100" dirty="0">
                        <a:solidFill>
                          <a:srgbClr val="FF0000"/>
                        </a:solidFill>
                        <a:effectLst/>
                      </a:endParaRPr>
                    </a:p>
                    <a:p>
                      <a:pPr indent="266700" algn="l">
                        <a:lnSpc>
                          <a:spcPct val="150000"/>
                        </a:lnSpc>
                        <a:spcAft>
                          <a:spcPts val="0"/>
                        </a:spcAft>
                      </a:pPr>
                      <a:r>
                        <a:rPr lang="en-US" sz="900" kern="100" dirty="0">
                          <a:solidFill>
                            <a:srgbClr val="FF0000"/>
                          </a:solidFill>
                          <a:effectLst/>
                        </a:rPr>
                        <a:t>1.</a:t>
                      </a:r>
                      <a:r>
                        <a:rPr lang="zh-CN" sz="900" kern="100" dirty="0">
                          <a:solidFill>
                            <a:srgbClr val="FF0000"/>
                          </a:solidFill>
                          <a:effectLst/>
                        </a:rPr>
                        <a:t>计算机执行主流事件</a:t>
                      </a:r>
                      <a:r>
                        <a:rPr lang="en-US" sz="900" kern="100" dirty="0">
                          <a:solidFill>
                            <a:srgbClr val="FF0000"/>
                          </a:solidFill>
                          <a:effectLst/>
                        </a:rPr>
                        <a:t>4;</a:t>
                      </a:r>
                      <a:endParaRPr lang="zh-CN" sz="900" kern="100" dirty="0">
                        <a:solidFill>
                          <a:srgbClr val="FF0000"/>
                        </a:solidFill>
                        <a:effectLst/>
                      </a:endParaRPr>
                    </a:p>
                    <a:p>
                      <a:pPr algn="l">
                        <a:lnSpc>
                          <a:spcPct val="150000"/>
                        </a:lnSpc>
                        <a:spcAft>
                          <a:spcPts val="0"/>
                        </a:spcAft>
                      </a:pPr>
                      <a:r>
                        <a:rPr lang="en-US" sz="900" kern="100" dirty="0">
                          <a:solidFill>
                            <a:srgbClr val="FF0000"/>
                          </a:solidFill>
                          <a:effectLst/>
                        </a:rPr>
                        <a:t>3.a</a:t>
                      </a:r>
                      <a:r>
                        <a:rPr lang="zh-CN" sz="900" kern="100" dirty="0">
                          <a:solidFill>
                            <a:srgbClr val="FF0000"/>
                          </a:solidFill>
                          <a:effectLst/>
                        </a:rPr>
                        <a:t>用户选择继续订票</a:t>
                      </a:r>
                      <a:endParaRPr lang="zh-CN" sz="900" kern="100" dirty="0">
                        <a:solidFill>
                          <a:srgbClr val="FF0000"/>
                        </a:solidFill>
                        <a:effectLst/>
                      </a:endParaRPr>
                    </a:p>
                    <a:p>
                      <a:pPr indent="266700" algn="l">
                        <a:lnSpc>
                          <a:spcPct val="150000"/>
                        </a:lnSpc>
                        <a:spcAft>
                          <a:spcPts val="0"/>
                        </a:spcAft>
                      </a:pPr>
                      <a:r>
                        <a:rPr lang="en-US" sz="900" kern="100" dirty="0">
                          <a:solidFill>
                            <a:srgbClr val="FF0000"/>
                          </a:solidFill>
                          <a:effectLst/>
                        </a:rPr>
                        <a:t>1.</a:t>
                      </a:r>
                      <a:r>
                        <a:rPr lang="zh-CN" sz="900" kern="100" dirty="0">
                          <a:solidFill>
                            <a:srgbClr val="FF0000"/>
                          </a:solidFill>
                          <a:effectLst/>
                        </a:rPr>
                        <a:t>计算机执行</a:t>
                      </a:r>
                      <a:r>
                        <a:rPr lang="en-US" sz="900" kern="100" dirty="0">
                          <a:solidFill>
                            <a:srgbClr val="FF0000"/>
                          </a:solidFill>
                          <a:effectLst/>
                        </a:rPr>
                        <a:t>2</a:t>
                      </a:r>
                      <a:r>
                        <a:rPr lang="zh-CN" sz="900" kern="100" dirty="0">
                          <a:solidFill>
                            <a:srgbClr val="FF0000"/>
                          </a:solidFill>
                          <a:effectLst/>
                        </a:rPr>
                        <a:t>；</a:t>
                      </a:r>
                      <a:endParaRPr lang="zh-CN" sz="900" kern="100" dirty="0">
                        <a:solidFill>
                          <a:srgbClr val="FF0000"/>
                        </a:solidFill>
                        <a:effectLst/>
                      </a:endParaRPr>
                    </a:p>
                    <a:p>
                      <a:pPr algn="l">
                        <a:lnSpc>
                          <a:spcPct val="150000"/>
                        </a:lnSpc>
                        <a:spcAft>
                          <a:spcPts val="0"/>
                        </a:spcAft>
                      </a:pPr>
                      <a:r>
                        <a:rPr lang="en-US" sz="900" kern="100" dirty="0">
                          <a:solidFill>
                            <a:srgbClr val="FF0000"/>
                          </a:solidFill>
                          <a:effectLst/>
                        </a:rPr>
                        <a:t>3.b</a:t>
                      </a:r>
                      <a:r>
                        <a:rPr lang="zh-CN" sz="900" kern="100" dirty="0">
                          <a:solidFill>
                            <a:srgbClr val="FF0000"/>
                          </a:solidFill>
                          <a:effectLst/>
                        </a:rPr>
                        <a:t>用户选择放弃</a:t>
                      </a:r>
                      <a:endParaRPr lang="zh-CN" sz="900" kern="100" dirty="0">
                        <a:solidFill>
                          <a:srgbClr val="FF0000"/>
                        </a:solidFill>
                        <a:effectLst/>
                      </a:endParaRPr>
                    </a:p>
                    <a:p>
                      <a:pPr indent="266700" algn="l">
                        <a:lnSpc>
                          <a:spcPct val="150000"/>
                        </a:lnSpc>
                        <a:spcAft>
                          <a:spcPts val="0"/>
                        </a:spcAft>
                      </a:pPr>
                      <a:r>
                        <a:rPr lang="en-US" sz="900" kern="100" dirty="0">
                          <a:solidFill>
                            <a:srgbClr val="FF0000"/>
                          </a:solidFill>
                          <a:effectLst/>
                        </a:rPr>
                        <a:t>1.</a:t>
                      </a:r>
                      <a:r>
                        <a:rPr lang="zh-CN" sz="900" kern="100" dirty="0">
                          <a:solidFill>
                            <a:srgbClr val="FF0000"/>
                          </a:solidFill>
                          <a:effectLst/>
                        </a:rPr>
                        <a:t>计算机执行</a:t>
                      </a:r>
                      <a:r>
                        <a:rPr lang="en-US" sz="900" kern="100" dirty="0">
                          <a:solidFill>
                            <a:srgbClr val="FF0000"/>
                          </a:solidFill>
                          <a:effectLst/>
                        </a:rPr>
                        <a:t>4</a:t>
                      </a:r>
                      <a:endParaRPr lang="zh-CN" sz="900" kern="100" dirty="0">
                        <a:solidFill>
                          <a:srgbClr val="FF0000"/>
                        </a:solidFill>
                        <a:effectLst/>
                      </a:endParaRPr>
                    </a:p>
                    <a:p>
                      <a:pPr algn="l">
                        <a:lnSpc>
                          <a:spcPct val="150000"/>
                        </a:lnSpc>
                        <a:spcAft>
                          <a:spcPts val="0"/>
                        </a:spcAft>
                      </a:pPr>
                      <a:r>
                        <a:rPr lang="en-US" sz="900" kern="100" dirty="0">
                          <a:solidFill>
                            <a:srgbClr val="FF0000"/>
                          </a:solidFill>
                          <a:effectLst/>
                        </a:rPr>
                        <a:t>4.a</a:t>
                      </a:r>
                      <a:r>
                        <a:rPr lang="zh-CN" sz="900" kern="100" dirty="0">
                          <a:solidFill>
                            <a:srgbClr val="FF0000"/>
                          </a:solidFill>
                          <a:effectLst/>
                        </a:rPr>
                        <a:t>用户选择保存定单</a:t>
                      </a:r>
                      <a:endParaRPr lang="zh-CN" sz="900" kern="100" dirty="0">
                        <a:solidFill>
                          <a:srgbClr val="FF0000"/>
                        </a:solidFill>
                        <a:effectLst/>
                      </a:endParaRPr>
                    </a:p>
                    <a:p>
                      <a:pPr indent="266700" algn="l">
                        <a:lnSpc>
                          <a:spcPct val="150000"/>
                        </a:lnSpc>
                        <a:spcAft>
                          <a:spcPts val="0"/>
                        </a:spcAft>
                      </a:pPr>
                      <a:r>
                        <a:rPr lang="en-US" sz="900" kern="100" dirty="0">
                          <a:solidFill>
                            <a:srgbClr val="FF0000"/>
                          </a:solidFill>
                          <a:effectLst/>
                        </a:rPr>
                        <a:t>1.</a:t>
                      </a:r>
                      <a:r>
                        <a:rPr lang="zh-CN" sz="900" kern="100" dirty="0">
                          <a:solidFill>
                            <a:srgbClr val="FF0000"/>
                          </a:solidFill>
                          <a:effectLst/>
                        </a:rPr>
                        <a:t>计算机保存并执行</a:t>
                      </a:r>
                      <a:r>
                        <a:rPr lang="en-US" sz="900" kern="100" dirty="0">
                          <a:solidFill>
                            <a:srgbClr val="FF0000"/>
                          </a:solidFill>
                          <a:effectLst/>
                        </a:rPr>
                        <a:t>1</a:t>
                      </a:r>
                      <a:r>
                        <a:rPr lang="zh-CN" sz="900" kern="100" dirty="0">
                          <a:solidFill>
                            <a:srgbClr val="FF0000"/>
                          </a:solidFill>
                          <a:effectLst/>
                        </a:rPr>
                        <a:t>；</a:t>
                      </a:r>
                      <a:endParaRPr lang="zh-CN" sz="900" kern="100" dirty="0">
                        <a:solidFill>
                          <a:srgbClr val="FF0000"/>
                        </a:solidFill>
                        <a:effectLst/>
                      </a:endParaRPr>
                    </a:p>
                    <a:p>
                      <a:pPr algn="l">
                        <a:lnSpc>
                          <a:spcPct val="150000"/>
                        </a:lnSpc>
                        <a:spcAft>
                          <a:spcPts val="0"/>
                        </a:spcAft>
                      </a:pPr>
                      <a:r>
                        <a:rPr lang="en-US" sz="900" kern="100" dirty="0">
                          <a:solidFill>
                            <a:srgbClr val="FF0000"/>
                          </a:solidFill>
                          <a:effectLst/>
                        </a:rPr>
                        <a:t>4.b</a:t>
                      </a:r>
                      <a:r>
                        <a:rPr lang="zh-CN" sz="900" kern="100" dirty="0">
                          <a:solidFill>
                            <a:srgbClr val="FF0000"/>
                          </a:solidFill>
                          <a:effectLst/>
                        </a:rPr>
                        <a:t>用户选择放弃，</a:t>
                      </a:r>
                      <a:endParaRPr lang="zh-CN" sz="900" kern="100" dirty="0">
                        <a:solidFill>
                          <a:srgbClr val="FF0000"/>
                        </a:solidFill>
                        <a:effectLst/>
                      </a:endParaRPr>
                    </a:p>
                    <a:p>
                      <a:pPr indent="266700" algn="l">
                        <a:lnSpc>
                          <a:spcPct val="150000"/>
                        </a:lnSpc>
                        <a:spcAft>
                          <a:spcPts val="0"/>
                        </a:spcAft>
                      </a:pPr>
                      <a:r>
                        <a:rPr lang="en-US" sz="900" kern="100" dirty="0">
                          <a:solidFill>
                            <a:srgbClr val="FF0000"/>
                          </a:solidFill>
                          <a:effectLst/>
                        </a:rPr>
                        <a:t>1.</a:t>
                      </a:r>
                      <a:r>
                        <a:rPr lang="zh-CN" sz="900" kern="100" dirty="0">
                          <a:solidFill>
                            <a:srgbClr val="FF0000"/>
                          </a:solidFill>
                          <a:effectLst/>
                        </a:rPr>
                        <a:t>计算机执行</a:t>
                      </a:r>
                      <a:r>
                        <a:rPr lang="en-US" sz="900" kern="100" dirty="0">
                          <a:solidFill>
                            <a:srgbClr val="FF0000"/>
                          </a:solidFill>
                          <a:effectLst/>
                        </a:rPr>
                        <a:t>1</a:t>
                      </a:r>
                      <a:r>
                        <a:rPr lang="zh-CN" sz="900" kern="100" dirty="0">
                          <a:solidFill>
                            <a:srgbClr val="FF0000"/>
                          </a:solidFill>
                          <a:effectLst/>
                        </a:rPr>
                        <a:t>；</a:t>
                      </a:r>
                      <a:endParaRPr lang="zh-CN" sz="9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205749">
                <a:tc>
                  <a:txBody>
                    <a:bodyPr/>
                    <a:lstStyle/>
                    <a:p>
                      <a:pPr algn="just">
                        <a:lnSpc>
                          <a:spcPct val="150000"/>
                        </a:lnSpc>
                        <a:spcAft>
                          <a:spcPts val="0"/>
                        </a:spcAft>
                      </a:pPr>
                      <a:r>
                        <a:rPr lang="zh-CN" sz="900" kern="100">
                          <a:solidFill>
                            <a:srgbClr val="FF0000"/>
                          </a:solidFill>
                          <a:effectLst/>
                        </a:rPr>
                        <a:t>业务规则</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l">
                        <a:lnSpc>
                          <a:spcPct val="150000"/>
                        </a:lnSpc>
                        <a:spcAft>
                          <a:spcPts val="0"/>
                        </a:spcAft>
                      </a:pPr>
                      <a:r>
                        <a:rPr lang="zh-CN" sz="900" kern="100">
                          <a:solidFill>
                            <a:srgbClr val="FF0000"/>
                          </a:solidFill>
                          <a:effectLst/>
                        </a:rPr>
                        <a:t>可根据自己的实际情况选择订票的数量</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411498">
                <a:tc>
                  <a:txBody>
                    <a:bodyPr/>
                    <a:lstStyle/>
                    <a:p>
                      <a:pPr algn="just">
                        <a:lnSpc>
                          <a:spcPct val="150000"/>
                        </a:lnSpc>
                        <a:spcAft>
                          <a:spcPts val="0"/>
                        </a:spcAft>
                      </a:pPr>
                      <a:r>
                        <a:rPr lang="zh-CN" sz="900" kern="100">
                          <a:solidFill>
                            <a:srgbClr val="FF0000"/>
                          </a:solidFill>
                          <a:effectLst/>
                        </a:rPr>
                        <a:t>涉及的业务实体</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l">
                        <a:lnSpc>
                          <a:spcPct val="150000"/>
                        </a:lnSpc>
                        <a:spcAft>
                          <a:spcPts val="0"/>
                        </a:spcAft>
                      </a:pPr>
                      <a:r>
                        <a:rPr lang="en-US" sz="900" kern="100">
                          <a:solidFill>
                            <a:srgbClr val="FF0000"/>
                          </a:solidFill>
                          <a:effectLst/>
                        </a:rPr>
                        <a:t>Be_</a:t>
                      </a:r>
                      <a:r>
                        <a:rPr lang="zh-CN" sz="900" kern="100">
                          <a:solidFill>
                            <a:srgbClr val="FF0000"/>
                          </a:solidFill>
                          <a:effectLst/>
                        </a:rPr>
                        <a:t>费用记录，</a:t>
                      </a:r>
                      <a:r>
                        <a:rPr lang="en-US" sz="900" kern="100">
                          <a:solidFill>
                            <a:srgbClr val="FF0000"/>
                          </a:solidFill>
                          <a:effectLst/>
                        </a:rPr>
                        <a:t>Be_</a:t>
                      </a:r>
                      <a:r>
                        <a:rPr lang="zh-CN" sz="900" kern="100">
                          <a:solidFill>
                            <a:srgbClr val="FF0000"/>
                          </a:solidFill>
                          <a:effectLst/>
                        </a:rPr>
                        <a:t>机票，</a:t>
                      </a:r>
                      <a:r>
                        <a:rPr lang="en-US" sz="900" kern="100">
                          <a:solidFill>
                            <a:srgbClr val="FF0000"/>
                          </a:solidFill>
                          <a:effectLst/>
                        </a:rPr>
                        <a:t>Be_</a:t>
                      </a:r>
                      <a:r>
                        <a:rPr lang="zh-CN" sz="900" kern="100">
                          <a:solidFill>
                            <a:srgbClr val="FF0000"/>
                          </a:solidFill>
                          <a:effectLst/>
                        </a:rPr>
                        <a:t>订票篮</a:t>
                      </a:r>
                      <a:r>
                        <a:rPr lang="en-US" sz="900" kern="100">
                          <a:solidFill>
                            <a:srgbClr val="FF0000"/>
                          </a:solidFill>
                          <a:effectLst/>
                        </a:rPr>
                        <a:t>,Be_</a:t>
                      </a:r>
                      <a:r>
                        <a:rPr lang="zh-CN" sz="900" kern="100">
                          <a:solidFill>
                            <a:srgbClr val="FF0000"/>
                          </a:solidFill>
                          <a:effectLst/>
                        </a:rPr>
                        <a:t>机票定单</a:t>
                      </a:r>
                      <a:r>
                        <a:rPr lang="en-US" sz="900" kern="100">
                          <a:solidFill>
                            <a:srgbClr val="FF0000"/>
                          </a:solidFill>
                          <a:effectLst/>
                        </a:rPr>
                        <a:t>,Be_</a:t>
                      </a:r>
                      <a:r>
                        <a:rPr lang="zh-CN" sz="900" kern="100">
                          <a:solidFill>
                            <a:srgbClr val="FF0000"/>
                          </a:solidFill>
                          <a:effectLst/>
                        </a:rPr>
                        <a:t>个人信息验证</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r h="205749">
                <a:tc>
                  <a:txBody>
                    <a:bodyPr/>
                    <a:lstStyle/>
                    <a:p>
                      <a:pPr algn="just">
                        <a:lnSpc>
                          <a:spcPct val="150000"/>
                        </a:lnSpc>
                        <a:spcAft>
                          <a:spcPts val="0"/>
                        </a:spcAft>
                      </a:pPr>
                      <a:r>
                        <a:rPr lang="zh-CN" sz="900" kern="100">
                          <a:solidFill>
                            <a:srgbClr val="FF0000"/>
                          </a:solidFill>
                          <a:effectLst/>
                        </a:rPr>
                        <a:t>非功能性需求</a:t>
                      </a:r>
                      <a:endParaRPr lang="zh-CN" sz="900"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c>
                  <a:txBody>
                    <a:bodyPr/>
                    <a:lstStyle/>
                    <a:p>
                      <a:pPr algn="l">
                        <a:lnSpc>
                          <a:spcPct val="150000"/>
                        </a:lnSpc>
                        <a:spcAft>
                          <a:spcPts val="0"/>
                        </a:spcAft>
                      </a:pPr>
                      <a:r>
                        <a:rPr lang="zh-CN" sz="900" kern="100" dirty="0">
                          <a:solidFill>
                            <a:srgbClr val="FF0000"/>
                          </a:solidFill>
                          <a:effectLst/>
                        </a:rPr>
                        <a:t>支持各地区的用户</a:t>
                      </a:r>
                      <a:endParaRPr lang="zh-CN" sz="9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140" marR="41140" marT="0" marB="0"/>
                </a:tc>
              </a:tr>
            </a:tbl>
          </a:graphicData>
        </a:graphic>
      </p:graphicFrame>
      <p:pic>
        <p:nvPicPr>
          <p:cNvPr id="11" name="图片 10"/>
          <p:cNvPicPr>
            <a:picLocks noChangeAspect="1"/>
          </p:cNvPicPr>
          <p:nvPr/>
        </p:nvPicPr>
        <p:blipFill>
          <a:blip r:embed="rId1"/>
          <a:stretch>
            <a:fillRect/>
          </a:stretch>
        </p:blipFill>
        <p:spPr>
          <a:xfrm>
            <a:off x="3175" y="2971800"/>
            <a:ext cx="5080000" cy="3846513"/>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阶段二之需求分析</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954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业务实体分析</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特定业务实现过程中涉及到的实体</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机票预订业务为例</a:t>
            </a:r>
            <a:r>
              <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pic>
        <p:nvPicPr>
          <p:cNvPr id="10" name="图片 9"/>
          <p:cNvPicPr>
            <a:picLocks noChangeAspect="1"/>
          </p:cNvPicPr>
          <p:nvPr/>
        </p:nvPicPr>
        <p:blipFill>
          <a:blip r:embed="rId1"/>
          <a:stretch>
            <a:fillRect/>
          </a:stretch>
        </p:blipFill>
        <p:spPr>
          <a:xfrm>
            <a:off x="152400" y="3048000"/>
            <a:ext cx="5276850" cy="3619500"/>
          </a:xfrm>
          <a:prstGeom prst="rect">
            <a:avLst/>
          </a:prstGeom>
          <a:noFill/>
          <a:ln w="9525">
            <a:noFill/>
          </a:ln>
        </p:spPr>
      </p:pic>
      <p:sp>
        <p:nvSpPr>
          <p:cNvPr id="6" name="矩形 5"/>
          <p:cNvSpPr/>
          <p:nvPr/>
        </p:nvSpPr>
        <p:spPr>
          <a:xfrm>
            <a:off x="5638800" y="3494088"/>
            <a:ext cx="3429000" cy="2678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latin typeface="+mn-lt"/>
                <a:ea typeface="+mn-ea"/>
                <a:cs typeface="+mn-cs"/>
              </a:defRPr>
            </a:lvl2pPr>
            <a:lvl3pPr marL="1143000" lvl="2" indent="-228600" algn="l" rtl="0" eaLnBrk="0" fontAlgn="base" hangingPunct="0">
              <a:spcBef>
                <a:spcPct val="20000"/>
              </a:spcBef>
              <a:spcAft>
                <a:spcPct val="0"/>
              </a:spcAft>
              <a:buClr>
                <a:schemeClr val="tx2"/>
              </a:buClr>
              <a:buSzPct val="70000"/>
              <a:buFont typeface="Wingdings" panose="05000000000000000000" pitchFamily="2" charset="2"/>
              <a:buChar char="n"/>
              <a:defRPr sz="2400" kern="1200">
                <a:solidFill>
                  <a:schemeClr val="tx1"/>
                </a:solidFill>
                <a:effectLst/>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latin typeface="+mn-lt"/>
                <a:ea typeface="+mn-ea"/>
                <a:cs typeface="+mn-cs"/>
              </a:defRPr>
            </a:lvl4pPr>
            <a:lvl5pPr marL="2057400" lvl="4" indent="-228600" algn="l" rtl="0" eaLnBrk="0" fontAlgn="base" hangingPunct="0">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latin typeface="+mn-lt"/>
                <a:ea typeface="+mn-ea"/>
                <a:cs typeface="+mn-cs"/>
              </a:defRPr>
            </a:lvl5pPr>
          </a:lstStyle>
          <a:p>
            <a:pPr marL="0" lvl="0" indent="0">
              <a:spcBef>
                <a:spcPct val="0"/>
              </a:spcBef>
              <a:buClrTx/>
              <a:buSzTx/>
              <a:buFontTx/>
              <a:buNone/>
            </a:pPr>
            <a:r>
              <a:rPr lang="zh-CN" altLang="zh-CN" sz="2400" dirty="0">
                <a:solidFill>
                  <a:srgbClr val="FFFF00"/>
                </a:solidFill>
                <a:latin typeface="Calibri" panose="020F0502020204030204" pitchFamily="34" charset="0"/>
                <a:cs typeface="Times New Roman" panose="02020603050405020304" pitchFamily="18" charset="0"/>
              </a:rPr>
              <a:t>旅客通过登录个人的信息进行验证，进入订票页面后选择所需的机票并将其放入订票篮，根据其机票的订单量显示其费用，对其每次的订单都有一个记录。</a:t>
            </a:r>
            <a:endParaRPr lang="zh-CN" altLang="en-US" sz="2400" dirty="0">
              <a:solidFill>
                <a:srgbClr val="FFFF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阶段二之需求分析</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954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非功能性需求</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性能需求</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并发用户数量，系统响应时间等</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安全需求</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信息加密</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单点登录</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1143000" marR="0" lvl="2" indent="-228600" algn="l" defTabSz="914400" rtl="0" eaLnBrk="1" fontAlgn="base" latinLnBrk="0" hangingPunct="1">
              <a:lnSpc>
                <a:spcPct val="125000"/>
              </a:lnSpc>
              <a:spcBef>
                <a:spcPts val="0"/>
              </a:spcBef>
              <a:spcAft>
                <a:spcPct val="0"/>
              </a:spcAft>
              <a:buClr>
                <a:schemeClr val="tx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外部接口需求</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954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根据需求分析的结果，应用软件设计方法，设计出能满足需求的软件中间制品，供编码阶段实施。</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怎么做</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系统设计一般分为：概要设计与详细设计</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软件架构设计</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功能模块设计</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界面设计</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数据库设计</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charRg st="49" end="6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charRg st="68" end="7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7">
                                            <p:txEl>
                                              <p:charRg st="75" end="8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7">
                                            <p:txEl>
                                              <p:charRg st="82" end="8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7">
                                            <p:txEl>
                                              <p:charRg st="87" end="9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192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软件架构设计</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en-US" altLang="zh-CN" sz="3200" b="0" i="0" u="none" strike="noStrike" kern="1200" cap="none" spc="0" normalizeH="0" baseline="0" noProof="1">
                <a:ln>
                  <a:noFill/>
                </a:ln>
                <a:solidFill>
                  <a:schemeClr val="tx1"/>
                </a:solidFill>
                <a:effectLst/>
                <a:uLnTx/>
                <a:uFillTx/>
                <a:latin typeface="+mn-lt"/>
                <a:ea typeface="+mn-ea"/>
                <a:cs typeface="+mn-cs"/>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软件架构（</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software architecture</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）是一系列相关的抽象模式，用于指导大型</a:t>
            </a:r>
            <a:r>
              <a:rPr kumimoji="0" lang="zh-CN" altLang="en-US" sz="2800" b="0" i="0" u="none" strike="noStrike" kern="1200" cap="none" spc="0" normalizeH="0" baseline="0" noProof="0" dirty="0">
                <a:ln>
                  <a:noFill/>
                </a:ln>
                <a:solidFill>
                  <a:schemeClr val="tx1"/>
                </a:solidFill>
                <a:effectLst/>
                <a:uLnTx/>
                <a:uFillTx/>
                <a:latin typeface="+mn-lt"/>
                <a:ea typeface="+mn-ea"/>
                <a:cs typeface="+mn-cs"/>
                <a:hlinkClick r:id="rId1"/>
              </a:rPr>
              <a:t>软件系统</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各个方面的设计。软件架构是一个系统的</a:t>
            </a:r>
            <a:r>
              <a:rPr kumimoji="0" lang="zh-CN" altLang="en-US" sz="2800" b="0" i="0" u="none" strike="noStrike" kern="1200" cap="none" spc="0" normalizeH="0" baseline="0" noProof="0" dirty="0">
                <a:ln>
                  <a:noFill/>
                </a:ln>
                <a:solidFill>
                  <a:schemeClr val="tx1"/>
                </a:solidFill>
                <a:effectLst/>
                <a:uLnTx/>
                <a:uFillTx/>
                <a:latin typeface="+mn-lt"/>
                <a:ea typeface="+mn-ea"/>
                <a:cs typeface="+mn-cs"/>
                <a:hlinkClick r:id="rId2"/>
              </a:rPr>
              <a:t>草图</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。软件</a:t>
            </a:r>
            <a:r>
              <a:rPr kumimoji="0" lang="zh-CN" altLang="en-US" sz="2800" b="0" i="0" u="none" strike="noStrike" kern="1200" cap="none" spc="0" normalizeH="0" baseline="0" noProof="0" dirty="0">
                <a:ln>
                  <a:noFill/>
                </a:ln>
                <a:solidFill>
                  <a:schemeClr val="tx1"/>
                </a:solidFill>
                <a:effectLst/>
                <a:uLnTx/>
                <a:uFillTx/>
                <a:latin typeface="+mn-lt"/>
                <a:ea typeface="+mn-ea"/>
                <a:cs typeface="+mn-cs"/>
                <a:hlinkClick r:id="rId3"/>
              </a:rPr>
              <a:t>体系结构</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是构建</a:t>
            </a:r>
            <a:r>
              <a:rPr kumimoji="0" lang="zh-CN" altLang="en-US" sz="2800" b="0" i="0" u="none" strike="noStrike" kern="1200" cap="none" spc="0" normalizeH="0" baseline="0" noProof="0" dirty="0">
                <a:ln>
                  <a:noFill/>
                </a:ln>
                <a:solidFill>
                  <a:schemeClr val="tx1"/>
                </a:solidFill>
                <a:effectLst/>
                <a:uLnTx/>
                <a:uFillTx/>
                <a:latin typeface="+mn-lt"/>
                <a:ea typeface="+mn-ea"/>
                <a:cs typeface="+mn-cs"/>
                <a:hlinkClick r:id="rId4"/>
              </a:rPr>
              <a:t>计算机软件</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实践的基础。</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基于</a:t>
            </a:r>
            <a:r>
              <a:rPr kumimoji="0" lang="en-US" altLang="zh-CN" sz="32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MVC</a:t>
            </a:r>
            <a:r>
              <a:rPr kumimoji="0" lang="zh-CN" altLang="en-US" sz="32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的软件架构设计</a:t>
            </a:r>
            <a:endParaRPr kumimoji="0" lang="en-US" altLang="zh-CN" sz="32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模型</a:t>
            </a:r>
            <a:endParaRPr kumimoji="0" lang="en-US" altLang="zh-CN"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视图</a:t>
            </a:r>
            <a:endParaRPr kumimoji="0" lang="en-US" altLang="zh-CN"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控制器</a:t>
            </a:r>
            <a:endParaRPr kumimoji="0" lang="en-US" altLang="zh-CN"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辅助类</a:t>
            </a:r>
            <a:endParaRPr kumimoji="0" lang="en-US" altLang="zh-CN" sz="28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charRg st="0"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charRg st="7" end="10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charRg st="106" end="11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charRg st="119" end="12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67">
                                            <p:txEl>
                                              <p:charRg st="122" end="12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7">
                                            <p:txEl>
                                              <p:charRg st="125" end="12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267">
                                            <p:txEl>
                                              <p:charRg st="129" end="13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267">
                                            <p:txEl>
                                              <p:charRg st="134" end="13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192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基于</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MVC</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的软件架构</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pic>
        <p:nvPicPr>
          <p:cNvPr id="2" name="图片 1"/>
          <p:cNvPicPr>
            <a:picLocks noChangeAspect="1"/>
          </p:cNvPicPr>
          <p:nvPr/>
        </p:nvPicPr>
        <p:blipFill>
          <a:blip r:embed="rId1"/>
          <a:srcRect l="9821" t="7779" r="12910" b="4445"/>
          <a:stretch>
            <a:fillRect/>
          </a:stretch>
        </p:blipFill>
        <p:spPr>
          <a:xfrm>
            <a:off x="0" y="2057400"/>
            <a:ext cx="3810000" cy="4724400"/>
          </a:xfrm>
          <a:prstGeom prst="rect">
            <a:avLst/>
          </a:prstGeom>
          <a:noFill/>
          <a:ln w="9525">
            <a:noFill/>
          </a:ln>
        </p:spPr>
      </p:pic>
      <p:pic>
        <p:nvPicPr>
          <p:cNvPr id="49154" name="Picture 2" descr="wpsFB61"/>
          <p:cNvPicPr>
            <a:picLocks noChangeAspect="1"/>
          </p:cNvPicPr>
          <p:nvPr/>
        </p:nvPicPr>
        <p:blipFill>
          <a:blip r:embed="rId2"/>
          <a:stretch>
            <a:fillRect/>
          </a:stretch>
        </p:blipFill>
        <p:spPr>
          <a:xfrm>
            <a:off x="3860800" y="2057400"/>
            <a:ext cx="5276850" cy="4724400"/>
          </a:xfrm>
          <a:prstGeom prst="rect">
            <a:avLst/>
          </a:prstGeom>
          <a:noFill/>
          <a:ln w="9525">
            <a:noFill/>
          </a:ln>
        </p:spPr>
      </p:pic>
      <p:sp>
        <p:nvSpPr>
          <p:cNvPr id="3" name="矩形 2"/>
          <p:cNvSpPr/>
          <p:nvPr/>
        </p:nvSpPr>
        <p:spPr>
          <a:xfrm>
            <a:off x="3886200" y="2209800"/>
            <a:ext cx="990600" cy="42672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charRg st="12" end="1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192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基于</a:t>
            </a:r>
            <a:r>
              <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MVC</a:t>
            </a: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的软件架构</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pic>
        <p:nvPicPr>
          <p:cNvPr id="37892" name="图片 2"/>
          <p:cNvPicPr>
            <a:picLocks noChangeAspect="1"/>
          </p:cNvPicPr>
          <p:nvPr/>
        </p:nvPicPr>
        <p:blipFill>
          <a:blip r:embed="rId1"/>
          <a:stretch>
            <a:fillRect/>
          </a:stretch>
        </p:blipFill>
        <p:spPr>
          <a:xfrm>
            <a:off x="457200" y="1828800"/>
            <a:ext cx="8054975" cy="50292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charRg st="12"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1"/>
        </a:blipFill>
        <a:effectLst/>
      </p:bgPr>
    </p:bg>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192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功能模块设计</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围绕业务需求组织功能模块</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pic>
        <p:nvPicPr>
          <p:cNvPr id="50178" name="Picture 2" descr="wpsFB73"/>
          <p:cNvPicPr>
            <a:picLocks noChangeAspect="1" noChangeArrowheads="1"/>
          </p:cNvPicPr>
          <p:nvPr/>
        </p:nvPicPr>
        <p:blipFill>
          <a:blip r:embed="rId2"/>
          <a:srcRect/>
          <a:stretch>
            <a:fillRect/>
          </a:stretch>
        </p:blipFill>
        <p:spPr bwMode="auto">
          <a:xfrm>
            <a:off x="457200" y="2362200"/>
            <a:ext cx="8458200" cy="4495800"/>
          </a:xfrm>
          <a:prstGeom prst="rect">
            <a:avLst/>
          </a:prstGeom>
          <a:noFill/>
          <a:ln>
            <a:noFill/>
          </a:ln>
          <a:effectLst>
            <a:outerShdw blurRad="50800" dist="50800" dir="5400000" algn="ctr" rotWithShape="0">
              <a:schemeClr val="tx1"/>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charRg st="20" end="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192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功能模块设计之功能点实现</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uLnTx/>
                <a:uFillTx/>
                <a:latin typeface="+mn-lt"/>
                <a:ea typeface="+mn-ea"/>
                <a:cs typeface="+mn-cs"/>
              </a:rPr>
              <a:t>按照</a:t>
            </a:r>
            <a:r>
              <a:rPr kumimoji="0" lang="en-US" altLang="zh-CN" sz="2800" b="0" i="0" u="none" strike="noStrike" kern="1200" cap="none" spc="0" normalizeH="0" baseline="0" noProof="1">
                <a:ln>
                  <a:noFill/>
                </a:ln>
                <a:solidFill>
                  <a:schemeClr val="tx1"/>
                </a:solidFill>
                <a:effectLst/>
                <a:uLnTx/>
                <a:uFillTx/>
                <a:latin typeface="+mn-lt"/>
                <a:ea typeface="+mn-ea"/>
                <a:cs typeface="+mn-cs"/>
              </a:rPr>
              <a:t>MVC</a:t>
            </a:r>
            <a:r>
              <a:rPr kumimoji="0" lang="zh-CN" altLang="en-US" sz="2800" b="0" i="0" u="none" strike="noStrike" kern="1200" cap="none" spc="0" normalizeH="0" baseline="0" noProof="1">
                <a:ln>
                  <a:noFill/>
                </a:ln>
                <a:solidFill>
                  <a:schemeClr val="tx1"/>
                </a:solidFill>
                <a:effectLst/>
                <a:uLnTx/>
                <a:uFillTx/>
                <a:latin typeface="+mn-lt"/>
                <a:ea typeface="+mn-ea"/>
                <a:cs typeface="+mn-cs"/>
              </a:rPr>
              <a:t>模式列出实现功能点所需的各种类型资源，给出资源名称（统一的命名方式）</a:t>
            </a:r>
            <a:endParaRPr kumimoji="0" lang="en-US" altLang="zh-CN" sz="2800" b="0" i="0" u="none" strike="noStrike" kern="1200" cap="none" spc="0" normalizeH="0" baseline="0" noProof="1">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uLnTx/>
                <a:uFillTx/>
                <a:latin typeface="+mn-lt"/>
                <a:ea typeface="+mn-ea"/>
                <a:cs typeface="+mn-cs"/>
              </a:rPr>
              <a:t>给出基于上述资源的业务逻辑过程；</a:t>
            </a:r>
            <a:r>
              <a:rPr kumimoji="0" lang="en-US" altLang="zh-CN" sz="2800" b="0" i="0" u="none" strike="noStrike" kern="1200" cap="none" spc="0" normalizeH="0" baseline="0" noProof="1">
                <a:ln>
                  <a:noFill/>
                </a:ln>
                <a:solidFill>
                  <a:schemeClr val="tx1"/>
                </a:solidFill>
                <a:effectLst/>
                <a:uLnTx/>
                <a:uFillTx/>
                <a:latin typeface="+mn-lt"/>
                <a:ea typeface="+mn-ea"/>
                <a:cs typeface="+mn-cs"/>
              </a:rPr>
              <a:t>【UML</a:t>
            </a:r>
            <a:r>
              <a:rPr kumimoji="0" lang="zh-CN" altLang="en-US" sz="2800" b="0" i="0" u="none" strike="noStrike" kern="1200" cap="none" spc="0" normalizeH="0" baseline="0" noProof="1">
                <a:ln>
                  <a:noFill/>
                </a:ln>
                <a:solidFill>
                  <a:schemeClr val="tx1"/>
                </a:solidFill>
                <a:effectLst/>
                <a:uLnTx/>
                <a:uFillTx/>
                <a:latin typeface="+mn-lt"/>
                <a:ea typeface="+mn-ea"/>
                <a:cs typeface="+mn-cs"/>
              </a:rPr>
              <a:t>序列图</a:t>
            </a:r>
            <a:r>
              <a:rPr kumimoji="0" lang="en-US" altLang="zh-CN" sz="2800" b="0" i="0" u="none" strike="noStrike" kern="1200" cap="none" spc="0" normalizeH="0" baseline="0" noProof="1">
                <a:ln>
                  <a:noFill/>
                </a:ln>
                <a:solidFill>
                  <a:schemeClr val="tx1"/>
                </a:solidFill>
                <a:effectLst/>
                <a:uLnTx/>
                <a:uFillTx/>
                <a:latin typeface="+mn-lt"/>
                <a:ea typeface="+mn-ea"/>
                <a:cs typeface="+mn-cs"/>
              </a:rPr>
              <a:t>】</a:t>
            </a:r>
            <a:endParaRPr kumimoji="0" lang="en-US" altLang="zh-CN" sz="2800" b="0" i="0" u="none" strike="noStrike" kern="1200" cap="none" spc="0" normalizeH="0" baseline="0" noProof="1">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uLnTx/>
                <a:uFillTx/>
                <a:latin typeface="+mn-lt"/>
                <a:ea typeface="+mn-ea"/>
                <a:cs typeface="+mn-cs"/>
              </a:rPr>
              <a:t>具体的类设计</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grpSp>
        <p:nvGrpSpPr>
          <p:cNvPr id="8" name="组合 7"/>
          <p:cNvGrpSpPr/>
          <p:nvPr/>
        </p:nvGrpSpPr>
        <p:grpSpPr>
          <a:xfrm>
            <a:off x="-133350" y="1933575"/>
            <a:ext cx="3403600" cy="4932363"/>
            <a:chOff x="-133165" y="1933523"/>
            <a:chExt cx="3404170" cy="4931841"/>
          </a:xfrm>
        </p:grpSpPr>
        <p:grpSp>
          <p:nvGrpSpPr>
            <p:cNvPr id="39947" name="组合 3"/>
            <p:cNvGrpSpPr/>
            <p:nvPr/>
          </p:nvGrpSpPr>
          <p:grpSpPr>
            <a:xfrm>
              <a:off x="-133165" y="1933523"/>
              <a:ext cx="3404170" cy="4931841"/>
              <a:chOff x="-98873" y="1850009"/>
              <a:chExt cx="3404170" cy="4931841"/>
            </a:xfrm>
          </p:grpSpPr>
          <p:pic>
            <p:nvPicPr>
              <p:cNvPr id="39949" name="图片 1"/>
              <p:cNvPicPr>
                <a:picLocks noChangeAspect="1"/>
              </p:cNvPicPr>
              <p:nvPr/>
            </p:nvPicPr>
            <p:blipFill>
              <a:blip r:embed="rId1"/>
              <a:stretch>
                <a:fillRect/>
              </a:stretch>
            </p:blipFill>
            <p:spPr>
              <a:xfrm>
                <a:off x="-76078" y="1850009"/>
                <a:ext cx="3381375" cy="3636337"/>
              </a:xfrm>
              <a:prstGeom prst="rect">
                <a:avLst/>
              </a:prstGeom>
              <a:noFill/>
              <a:ln w="9525">
                <a:noFill/>
              </a:ln>
            </p:spPr>
          </p:pic>
          <p:pic>
            <p:nvPicPr>
              <p:cNvPr id="39950" name="图片 2"/>
              <p:cNvPicPr>
                <a:picLocks noChangeAspect="1"/>
              </p:cNvPicPr>
              <p:nvPr/>
            </p:nvPicPr>
            <p:blipFill>
              <a:blip r:embed="rId2"/>
              <a:srcRect t="33740"/>
              <a:stretch>
                <a:fillRect/>
              </a:stretch>
            </p:blipFill>
            <p:spPr>
              <a:xfrm>
                <a:off x="-98873" y="4724366"/>
                <a:ext cx="3400425" cy="2057484"/>
              </a:xfrm>
              <a:prstGeom prst="rect">
                <a:avLst/>
              </a:prstGeom>
              <a:noFill/>
              <a:ln w="9525">
                <a:noFill/>
              </a:ln>
            </p:spPr>
          </p:pic>
        </p:grpSp>
        <p:sp>
          <p:nvSpPr>
            <p:cNvPr id="39948" name="文本框 6"/>
            <p:cNvSpPr txBox="1"/>
            <p:nvPr/>
          </p:nvSpPr>
          <p:spPr>
            <a:xfrm>
              <a:off x="2286060" y="5638742"/>
              <a:ext cx="825867"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latin typeface="+mn-lt"/>
                  <a:ea typeface="+mn-ea"/>
                  <a:cs typeface="+mn-cs"/>
                </a:defRPr>
              </a:lvl2pPr>
              <a:lvl3pPr marL="1143000" lvl="2" indent="-228600" algn="l" rtl="0" eaLnBrk="0" fontAlgn="base" hangingPunct="0">
                <a:spcBef>
                  <a:spcPct val="20000"/>
                </a:spcBef>
                <a:spcAft>
                  <a:spcPct val="0"/>
                </a:spcAft>
                <a:buClr>
                  <a:schemeClr val="tx2"/>
                </a:buClr>
                <a:buSzPct val="70000"/>
                <a:buFont typeface="Wingdings" panose="05000000000000000000" pitchFamily="2" charset="2"/>
                <a:buChar char="n"/>
                <a:defRPr sz="2400" kern="1200">
                  <a:solidFill>
                    <a:schemeClr val="tx1"/>
                  </a:solidFill>
                  <a:effectLst/>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latin typeface="+mn-lt"/>
                  <a:ea typeface="+mn-ea"/>
                  <a:cs typeface="+mn-cs"/>
                </a:defRPr>
              </a:lvl4pPr>
              <a:lvl5pPr marL="2057400" lvl="4" indent="-228600" algn="l" rtl="0" eaLnBrk="0" fontAlgn="base" hangingPunct="0">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latin typeface="+mn-lt"/>
                  <a:ea typeface="+mn-ea"/>
                  <a:cs typeface="+mn-cs"/>
                </a:defRPr>
              </a:lvl5pPr>
            </a:lstStyle>
            <a:p>
              <a:pPr marL="0" lvl="0" indent="0">
                <a:spcBef>
                  <a:spcPct val="0"/>
                </a:spcBef>
                <a:buClrTx/>
                <a:buSzTx/>
                <a:buFontTx/>
                <a:buNone/>
              </a:pP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imes New Roman" panose="02020603050405020304" pitchFamily="18" charset="0"/>
                </a:rPr>
                <a:t>1</a:t>
              </a:r>
              <a:r>
                <a:rPr lang="zh-CN" altLang="en-US" sz="2000" dirty="0">
                  <a:solidFill>
                    <a:srgbClr val="FF0000"/>
                  </a:solidFill>
                  <a:latin typeface="Times New Roman" panose="02020603050405020304" pitchFamily="18" charset="0"/>
                </a:rPr>
                <a:t>）</a:t>
              </a:r>
              <a:endParaRPr lang="zh-CN" altLang="en-US" sz="1800" dirty="0">
                <a:solidFill>
                  <a:srgbClr val="FF0000"/>
                </a:solidFill>
                <a:latin typeface="Times New Roman" panose="02020603050405020304" pitchFamily="18" charset="0"/>
              </a:endParaRPr>
            </a:p>
          </p:txBody>
        </p:sp>
      </p:grpSp>
      <p:grpSp>
        <p:nvGrpSpPr>
          <p:cNvPr id="9" name="组合 8"/>
          <p:cNvGrpSpPr/>
          <p:nvPr/>
        </p:nvGrpSpPr>
        <p:grpSpPr>
          <a:xfrm>
            <a:off x="3270250" y="3543300"/>
            <a:ext cx="5873750" cy="3314700"/>
            <a:chOff x="3270945" y="3542837"/>
            <a:chExt cx="5873056" cy="3315163"/>
          </a:xfrm>
        </p:grpSpPr>
        <p:pic>
          <p:nvPicPr>
            <p:cNvPr id="39945" name="图片 4"/>
            <p:cNvPicPr>
              <a:picLocks noChangeAspect="1"/>
            </p:cNvPicPr>
            <p:nvPr/>
          </p:nvPicPr>
          <p:blipFill>
            <a:blip r:embed="rId3"/>
            <a:stretch>
              <a:fillRect/>
            </a:stretch>
          </p:blipFill>
          <p:spPr>
            <a:xfrm>
              <a:off x="3270945" y="3542837"/>
              <a:ext cx="5873056" cy="3315163"/>
            </a:xfrm>
            <a:prstGeom prst="rect">
              <a:avLst/>
            </a:prstGeom>
            <a:noFill/>
            <a:ln w="9525">
              <a:noFill/>
            </a:ln>
          </p:spPr>
        </p:pic>
        <p:sp>
          <p:nvSpPr>
            <p:cNvPr id="39946" name="文本框 9"/>
            <p:cNvSpPr txBox="1"/>
            <p:nvPr/>
          </p:nvSpPr>
          <p:spPr>
            <a:xfrm>
              <a:off x="4660509" y="5162434"/>
              <a:ext cx="825867"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latin typeface="+mn-lt"/>
                  <a:ea typeface="+mn-ea"/>
                  <a:cs typeface="+mn-cs"/>
                </a:defRPr>
              </a:lvl2pPr>
              <a:lvl3pPr marL="1143000" lvl="2" indent="-228600" algn="l" rtl="0" eaLnBrk="0" fontAlgn="base" hangingPunct="0">
                <a:spcBef>
                  <a:spcPct val="20000"/>
                </a:spcBef>
                <a:spcAft>
                  <a:spcPct val="0"/>
                </a:spcAft>
                <a:buClr>
                  <a:schemeClr val="tx2"/>
                </a:buClr>
                <a:buSzPct val="70000"/>
                <a:buFont typeface="Wingdings" panose="05000000000000000000" pitchFamily="2" charset="2"/>
                <a:buChar char="n"/>
                <a:defRPr sz="2400" kern="1200">
                  <a:solidFill>
                    <a:schemeClr val="tx1"/>
                  </a:solidFill>
                  <a:effectLst/>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latin typeface="+mn-lt"/>
                  <a:ea typeface="+mn-ea"/>
                  <a:cs typeface="+mn-cs"/>
                </a:defRPr>
              </a:lvl4pPr>
              <a:lvl5pPr marL="2057400" lvl="4" indent="-228600" algn="l" rtl="0" eaLnBrk="0" fontAlgn="base" hangingPunct="0">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latin typeface="+mn-lt"/>
                  <a:ea typeface="+mn-ea"/>
                  <a:cs typeface="+mn-cs"/>
                </a:defRPr>
              </a:lvl5pPr>
            </a:lstStyle>
            <a:p>
              <a:pPr marL="0" lvl="0" indent="0">
                <a:spcBef>
                  <a:spcPct val="0"/>
                </a:spcBef>
                <a:buClrTx/>
                <a:buSzTx/>
                <a:buFontTx/>
                <a:buNone/>
              </a:pP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imes New Roman" panose="02020603050405020304" pitchFamily="18" charset="0"/>
                </a:rPr>
                <a:t>2</a:t>
              </a:r>
              <a:r>
                <a:rPr lang="zh-CN" altLang="en-US" sz="2000" dirty="0">
                  <a:solidFill>
                    <a:srgbClr val="FF0000"/>
                  </a:solidFill>
                  <a:latin typeface="Times New Roman" panose="02020603050405020304" pitchFamily="18" charset="0"/>
                </a:rPr>
                <a:t>）</a:t>
              </a:r>
              <a:endParaRPr lang="zh-CN" altLang="en-US" sz="1800" dirty="0">
                <a:solidFill>
                  <a:srgbClr val="FF0000"/>
                </a:solidFill>
                <a:latin typeface="Times New Roman" panose="02020603050405020304" pitchFamily="18" charset="0"/>
              </a:endParaRPr>
            </a:p>
          </p:txBody>
        </p:sp>
      </p:grpSp>
      <p:grpSp>
        <p:nvGrpSpPr>
          <p:cNvPr id="11" name="组合 10"/>
          <p:cNvGrpSpPr/>
          <p:nvPr/>
        </p:nvGrpSpPr>
        <p:grpSpPr>
          <a:xfrm>
            <a:off x="3221038" y="1957388"/>
            <a:ext cx="5972175" cy="3316287"/>
            <a:chOff x="3220968" y="1957913"/>
            <a:chExt cx="5973009" cy="3315163"/>
          </a:xfrm>
        </p:grpSpPr>
        <p:pic>
          <p:nvPicPr>
            <p:cNvPr id="39943" name="图片 5"/>
            <p:cNvPicPr>
              <a:picLocks noChangeAspect="1"/>
            </p:cNvPicPr>
            <p:nvPr/>
          </p:nvPicPr>
          <p:blipFill>
            <a:blip r:embed="rId4"/>
            <a:stretch>
              <a:fillRect/>
            </a:stretch>
          </p:blipFill>
          <p:spPr>
            <a:xfrm>
              <a:off x="3220968" y="1957913"/>
              <a:ext cx="5973009" cy="3315163"/>
            </a:xfrm>
            <a:prstGeom prst="rect">
              <a:avLst/>
            </a:prstGeom>
            <a:noFill/>
            <a:ln w="9525">
              <a:noFill/>
            </a:ln>
          </p:spPr>
        </p:pic>
        <p:sp>
          <p:nvSpPr>
            <p:cNvPr id="39944" name="文本框 12"/>
            <p:cNvSpPr txBox="1"/>
            <p:nvPr/>
          </p:nvSpPr>
          <p:spPr>
            <a:xfrm>
              <a:off x="7391326" y="2398177"/>
              <a:ext cx="825867"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latin typeface="+mn-lt"/>
                  <a:ea typeface="+mn-ea"/>
                  <a:cs typeface="+mn-cs"/>
                </a:defRPr>
              </a:lvl2pPr>
              <a:lvl3pPr marL="1143000" lvl="2" indent="-228600" algn="l" rtl="0" eaLnBrk="0" fontAlgn="base" hangingPunct="0">
                <a:spcBef>
                  <a:spcPct val="20000"/>
                </a:spcBef>
                <a:spcAft>
                  <a:spcPct val="0"/>
                </a:spcAft>
                <a:buClr>
                  <a:schemeClr val="tx2"/>
                </a:buClr>
                <a:buSzPct val="70000"/>
                <a:buFont typeface="Wingdings" panose="05000000000000000000" pitchFamily="2" charset="2"/>
                <a:buChar char="n"/>
                <a:defRPr sz="2400" kern="1200">
                  <a:solidFill>
                    <a:schemeClr val="tx1"/>
                  </a:solidFill>
                  <a:effectLst/>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latin typeface="+mn-lt"/>
                  <a:ea typeface="+mn-ea"/>
                  <a:cs typeface="+mn-cs"/>
                </a:defRPr>
              </a:lvl4pPr>
              <a:lvl5pPr marL="2057400" lvl="4" indent="-228600" algn="l" rtl="0" eaLnBrk="0" fontAlgn="base" hangingPunct="0">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latin typeface="+mn-lt"/>
                  <a:ea typeface="+mn-ea"/>
                  <a:cs typeface="+mn-cs"/>
                </a:defRPr>
              </a:lvl5pPr>
            </a:lstStyle>
            <a:p>
              <a:pPr marL="0" lvl="0" indent="0">
                <a:spcBef>
                  <a:spcPct val="0"/>
                </a:spcBef>
                <a:buClrTx/>
                <a:buSzTx/>
                <a:buFontTx/>
                <a:buNone/>
              </a:pP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imes New Roman" panose="02020603050405020304" pitchFamily="18" charset="0"/>
                </a:rPr>
                <a:t>3</a:t>
              </a:r>
              <a:r>
                <a:rPr lang="zh-CN" altLang="en-US" sz="2000" dirty="0">
                  <a:solidFill>
                    <a:srgbClr val="FF0000"/>
                  </a:solidFill>
                  <a:latin typeface="Times New Roman" panose="02020603050405020304" pitchFamily="18" charset="0"/>
                </a:rPr>
                <a:t>）</a:t>
              </a:r>
              <a:endParaRPr lang="zh-CN" altLang="en-US" sz="1800" dirty="0">
                <a:solidFill>
                  <a:srgbClr val="FF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charRg st="13" end="5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charRg st="53" end="7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charRg st="78" end="8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1430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用户界面设计</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界面设计（或用户界面工程）指的是在用户体验和交互的指导下对计算机、电器、机器、移动通讯设备、软件或应用以及网站进行的设计。</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rPr>
              <a:t>目标：是使得用户在完成自己的任务时与被设计对象之间的交流尽可能简单</a:t>
            </a:r>
            <a:endParaRPr kumimoji="0" lang="en-US" altLang="zh-CN" sz="3200" b="0" i="0" u="none" strike="noStrike" kern="1200" cap="none" spc="0" normalizeH="0" baseline="0" noProof="0" dirty="0">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实现方式</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徒手（图形设计工具）绘制简单的用户界面图；</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采用开源前端框架搭建设计的界面</a:t>
            </a:r>
            <a:endParaRPr kumimoji="0" lang="en-US" altLang="zh-CN" sz="28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梳理界面之间的跳转关系</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0" marR="0" lvl="0" indent="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noRot="1"/>
          </p:cNvSpPr>
          <p:nvPr>
            <p:ph type="title"/>
          </p:nvPr>
        </p:nvSpPr>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rPr>
              <a:t>阶段二之系统设计</a:t>
            </a:r>
            <a:endParaRPr kumimoji="0" lang="zh-CN" altLang="en-US" sz="4400" b="1" i="0" u="none" strike="noStrike" kern="1200" cap="none" spc="0" normalizeH="0" baseline="0" noProof="1">
              <a:ln>
                <a:noFill/>
              </a:ln>
              <a:solidFill>
                <a:srgbClr val="FFFF00"/>
              </a:solidFill>
              <a:effectLst>
                <a:outerShdw blurRad="38100" dist="38100" dir="2700000">
                  <a:srgbClr val="000000"/>
                </a:outerShdw>
              </a:effectLst>
              <a:uLnTx/>
              <a:uFillTx/>
              <a:latin typeface="+mj-lt"/>
              <a:ea typeface="+mj-ea"/>
              <a:cs typeface="+mj-cs"/>
            </a:endParaRPr>
          </a:p>
        </p:txBody>
      </p:sp>
      <p:sp>
        <p:nvSpPr>
          <p:cNvPr id="11267" name="文本占位符 11266"/>
          <p:cNvSpPr>
            <a:spLocks noGrp="1" noRot="1"/>
          </p:cNvSpPr>
          <p:nvPr>
            <p:ph idx="1" hasCustomPrompt="1"/>
          </p:nvPr>
        </p:nvSpPr>
        <p:spPr>
          <a:xfrm>
            <a:off x="457200" y="1219200"/>
            <a:ext cx="8534400" cy="5257800"/>
          </a:xfrm>
        </p:spPr>
        <p:txBody>
          <a:bodyPr>
            <a:noAutofit/>
          </a:bodyPr>
          <a:lstStyle/>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数据库设计</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数据库选型</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cs"/>
              </a:rPr>
              <a:t>Mysql</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MS SQL Server</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cs"/>
              </a:rPr>
              <a:t>TiDB</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国产</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等</a:t>
            </a:r>
            <a:r>
              <a:rPr kumimoji="0" lang="en-US" altLang="zh-CN" sz="2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逻辑结构设计</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物理结构设计</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逻辑结构设计</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来源于需求分析的实体分析</a:t>
            </a:r>
            <a:r>
              <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【slide 17】</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E-R</a:t>
            </a: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图 或 数据库</a:t>
            </a:r>
            <a:r>
              <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UML</a:t>
            </a: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图</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342900" marR="0" lvl="0" indent="-342900" algn="l" defTabSz="914400" rtl="0" eaLnBrk="1" fontAlgn="base" latinLnBrk="0" hangingPunct="1">
              <a:lnSpc>
                <a:spcPct val="125000"/>
              </a:lnSpc>
              <a:spcBef>
                <a:spcPts val="0"/>
              </a:spcBef>
              <a:spcAft>
                <a:spcPct val="0"/>
              </a:spcAft>
              <a:buClr>
                <a:schemeClr val="hlink"/>
              </a:buClr>
              <a:buSzPct val="70000"/>
              <a:buFont typeface="Wingdings" panose="05000000000000000000" pitchFamily="2" charset="2"/>
              <a:buChar char="u"/>
              <a:defRPr/>
            </a:pPr>
            <a:r>
              <a:rPr kumimoji="0" lang="zh-CN" altLang="en-US"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物理结构设计</a:t>
            </a:r>
            <a:endParaRPr kumimoji="0" lang="en-US" altLang="zh-CN" sz="32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表结构</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字段名、类型、约束（</a:t>
            </a:r>
            <a:r>
              <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key</a:t>
            </a: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r>
              <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check</a:t>
            </a: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等）、说明</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a:p>
            <a:pPr marL="742950" marR="0" lvl="1" indent="-285750" algn="l" defTabSz="914400" rtl="0" eaLnBrk="1" fontAlgn="base" latinLnBrk="0" hangingPunct="1">
              <a:lnSpc>
                <a:spcPct val="125000"/>
              </a:lnSpc>
              <a:spcBef>
                <a:spcPts val="0"/>
              </a:spcBef>
              <a:spcAft>
                <a:spcPct val="0"/>
              </a:spcAft>
              <a:buClr>
                <a:schemeClr val="accent2"/>
              </a:buClr>
              <a:buSzPct val="70000"/>
              <a:buFont typeface="Wingdings" panose="05000000000000000000" pitchFamily="2" charset="2"/>
              <a:buChar char="u"/>
              <a:defRPr/>
            </a:pP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表之间关系（</a:t>
            </a:r>
            <a:r>
              <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Foreign key</a:t>
            </a:r>
            <a:r>
              <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rPr>
              <a:t>）</a:t>
            </a:r>
            <a:endParaRPr kumimoji="0" lang="en-US" altLang="zh-CN"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Tree>
  </p:cSld>
  <p:clrMapOvr>
    <a:masterClrMapping/>
  </p:clrMapOvr>
  <p:transition/>
</p:sld>
</file>

<file path=ppt/theme/theme1.xml><?xml version="1.0" encoding="utf-8"?>
<a:theme xmlns:a="http://schemas.openxmlformats.org/drawingml/2006/main" name="Java Program Language">
  <a:themeElements>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fontScheme name="">
      <a:majorFont>
        <a:latin typeface="Garamond"/>
        <a:ea typeface="宋体"/>
        <a:cs typeface=""/>
      </a:majorFont>
      <a:minorFont>
        <a:latin typeface="Garamond"/>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Java Program Language</Template>
  <TotalTime>0</TotalTime>
  <Words>2789</Words>
  <Application>WPS 演示</Application>
  <PresentationFormat>全屏显示(4:3)</PresentationFormat>
  <Paragraphs>286</Paragraphs>
  <Slides>24</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宋体</vt:lpstr>
      <vt:lpstr>Wingdings</vt:lpstr>
      <vt:lpstr>Times New Roman</vt:lpstr>
      <vt:lpstr>Garamond</vt:lpstr>
      <vt:lpstr>微软雅黑</vt:lpstr>
      <vt:lpstr>Arial Unicode MS</vt:lpstr>
      <vt:lpstr>Calibri</vt:lpstr>
      <vt:lpstr>Java Program Language</vt:lpstr>
      <vt:lpstr> 软件课程设计 I</vt:lpstr>
      <vt:lpstr>目的和意义</vt:lpstr>
      <vt:lpstr>内容</vt:lpstr>
      <vt:lpstr>分阶段实施</vt:lpstr>
      <vt:lpstr>分阶段实施</vt:lpstr>
      <vt:lpstr>分阶段实施</vt:lpstr>
      <vt:lpstr>分阶段实施</vt:lpstr>
      <vt:lpstr>要求</vt:lpstr>
      <vt:lpstr>报告要求</vt:lpstr>
      <vt:lpstr>阶段二之需求分析</vt:lpstr>
      <vt:lpstr>阶段二之需求分析</vt:lpstr>
      <vt:lpstr>阶段二之需求分析</vt:lpstr>
      <vt:lpstr>阶段二之需求分析</vt:lpstr>
      <vt:lpstr>阶段二之需求分析</vt:lpstr>
      <vt:lpstr>阶段二之需求分析</vt:lpstr>
      <vt:lpstr>阶段二之需求分析</vt:lpstr>
      <vt:lpstr>阶段二之系统设计</vt:lpstr>
      <vt:lpstr>阶段二之系统设计</vt:lpstr>
      <vt:lpstr>阶段二之系统设计</vt:lpstr>
      <vt:lpstr>阶段二之系统设计</vt:lpstr>
      <vt:lpstr>阶段二之系统设计</vt:lpstr>
      <vt:lpstr>阶段二之系统设计</vt:lpstr>
      <vt:lpstr>阶段二之系统设计</vt:lpstr>
      <vt:lpstr>阶段二之系统设计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dolphin_xu</dc:creator>
  <cp:lastModifiedBy>贾修一</cp:lastModifiedBy>
  <cp:revision>172</cp:revision>
  <dcterms:created xsi:type="dcterms:W3CDTF">2018-04-20T00:05:00Z</dcterms:created>
  <dcterms:modified xsi:type="dcterms:W3CDTF">2026-08-21T02:51:08Z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2052-12.1.0.28043</vt:lpwstr>
  </property>
  <property fmtid="{D5CDD505-2E9C-101B-9397-08002B2CF9AE}" pid="4" name="ICV">
    <vt:lpwstr>8E5E319C29824CE48529C3F7611B11EC_12</vt:lpwstr>
  </property>
</Properties>
</file>